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AEDC5A-8E76-B94F-96B7-DEE297F0BC95}" v="3" dt="2023-12-05T20:52:48.809"/>
    <p1510:client id="{5A8A29DA-AABE-408B-BEDF-0C5ACEDFF562}" v="2489" dt="2023-12-05T21:10:17.7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115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ement Lau" userId="26474102-de57-4bfe-955f-6e7a56139973" providerId="ADAL" clId="{5A8A29DA-AABE-408B-BEDF-0C5ACEDFF562}"/>
    <pc:docChg chg="undo redo custSel addSld modSld">
      <pc:chgData name="Clement Lau" userId="26474102-de57-4bfe-955f-6e7a56139973" providerId="ADAL" clId="{5A8A29DA-AABE-408B-BEDF-0C5ACEDFF562}" dt="2023-12-05T21:10:17.725" v="6423" actId="26606"/>
      <pc:docMkLst>
        <pc:docMk/>
      </pc:docMkLst>
      <pc:sldChg chg="modSp mod">
        <pc:chgData name="Clement Lau" userId="26474102-de57-4bfe-955f-6e7a56139973" providerId="ADAL" clId="{5A8A29DA-AABE-408B-BEDF-0C5ACEDFF562}" dt="2023-12-05T18:55:21.835" v="596" actId="113"/>
        <pc:sldMkLst>
          <pc:docMk/>
          <pc:sldMk cId="1185093268" sldId="256"/>
        </pc:sldMkLst>
        <pc:spChg chg="mod">
          <ac:chgData name="Clement Lau" userId="26474102-de57-4bfe-955f-6e7a56139973" providerId="ADAL" clId="{5A8A29DA-AABE-408B-BEDF-0C5ACEDFF562}" dt="2023-12-05T18:55:21.835" v="596" actId="113"/>
          <ac:spMkLst>
            <pc:docMk/>
            <pc:sldMk cId="1185093268" sldId="256"/>
            <ac:spMk id="2" creationId="{53F4A89D-2BD8-39DE-4B62-B9E4A0F05691}"/>
          </ac:spMkLst>
        </pc:spChg>
      </pc:sldChg>
      <pc:sldChg chg="modSp mod">
        <pc:chgData name="Clement Lau" userId="26474102-de57-4bfe-955f-6e7a56139973" providerId="ADAL" clId="{5A8A29DA-AABE-408B-BEDF-0C5ACEDFF562}" dt="2023-12-05T19:28:10.425" v="2039" actId="20577"/>
        <pc:sldMkLst>
          <pc:docMk/>
          <pc:sldMk cId="1380963897" sldId="257"/>
        </pc:sldMkLst>
        <pc:spChg chg="mod">
          <ac:chgData name="Clement Lau" userId="26474102-de57-4bfe-955f-6e7a56139973" providerId="ADAL" clId="{5A8A29DA-AABE-408B-BEDF-0C5ACEDFF562}" dt="2023-12-05T19:28:10.425" v="2039" actId="20577"/>
          <ac:spMkLst>
            <pc:docMk/>
            <pc:sldMk cId="1380963897" sldId="257"/>
            <ac:spMk id="3" creationId="{E85DF273-9A77-4B42-C752-66BF17547693}"/>
          </ac:spMkLst>
        </pc:spChg>
      </pc:sldChg>
      <pc:sldChg chg="addSp modSp new mod setBg">
        <pc:chgData name="Clement Lau" userId="26474102-de57-4bfe-955f-6e7a56139973" providerId="ADAL" clId="{5A8A29DA-AABE-408B-BEDF-0C5ACEDFF562}" dt="2023-12-05T18:51:43.298" v="364" actId="20577"/>
        <pc:sldMkLst>
          <pc:docMk/>
          <pc:sldMk cId="1073300791" sldId="258"/>
        </pc:sldMkLst>
        <pc:spChg chg="mod">
          <ac:chgData name="Clement Lau" userId="26474102-de57-4bfe-955f-6e7a56139973" providerId="ADAL" clId="{5A8A29DA-AABE-408B-BEDF-0C5ACEDFF562}" dt="2023-12-05T18:50:07.198" v="240" actId="26606"/>
          <ac:spMkLst>
            <pc:docMk/>
            <pc:sldMk cId="1073300791" sldId="258"/>
            <ac:spMk id="2" creationId="{99FF9425-E51E-EE14-3F42-321328F69A9A}"/>
          </ac:spMkLst>
        </pc:spChg>
        <pc:spChg chg="mod">
          <ac:chgData name="Clement Lau" userId="26474102-de57-4bfe-955f-6e7a56139973" providerId="ADAL" clId="{5A8A29DA-AABE-408B-BEDF-0C5ACEDFF562}" dt="2023-12-05T18:51:43.298" v="364" actId="20577"/>
          <ac:spMkLst>
            <pc:docMk/>
            <pc:sldMk cId="1073300791" sldId="258"/>
            <ac:spMk id="3" creationId="{6D365AD4-3815-06E7-19CB-1958C1DF4810}"/>
          </ac:spMkLst>
        </pc:spChg>
        <pc:spChg chg="add">
          <ac:chgData name="Clement Lau" userId="26474102-de57-4bfe-955f-6e7a56139973" providerId="ADAL" clId="{5A8A29DA-AABE-408B-BEDF-0C5ACEDFF562}" dt="2023-12-05T18:50:07.198" v="240" actId="26606"/>
          <ac:spMkLst>
            <pc:docMk/>
            <pc:sldMk cId="1073300791" sldId="258"/>
            <ac:spMk id="9" creationId="{3ECBE1F1-D69B-4AFA-ABD5-8E41720EF6DE}"/>
          </ac:spMkLst>
        </pc:spChg>
        <pc:spChg chg="add">
          <ac:chgData name="Clement Lau" userId="26474102-de57-4bfe-955f-6e7a56139973" providerId="ADAL" clId="{5A8A29DA-AABE-408B-BEDF-0C5ACEDFF562}" dt="2023-12-05T18:50:07.198" v="240" actId="26606"/>
          <ac:spMkLst>
            <pc:docMk/>
            <pc:sldMk cId="1073300791" sldId="258"/>
            <ac:spMk id="11" creationId="{603A6265-E10C-4B85-9C20-E75FCAF9CC63}"/>
          </ac:spMkLst>
        </pc:spChg>
        <pc:picChg chg="add">
          <ac:chgData name="Clement Lau" userId="26474102-de57-4bfe-955f-6e7a56139973" providerId="ADAL" clId="{5A8A29DA-AABE-408B-BEDF-0C5ACEDFF562}" dt="2023-12-05T18:50:07.198" v="240" actId="26606"/>
          <ac:picMkLst>
            <pc:docMk/>
            <pc:sldMk cId="1073300791" sldId="258"/>
            <ac:picMk id="5" creationId="{50D9BE37-34D6-DE9F-E209-88DB3FE4B479}"/>
          </ac:picMkLst>
        </pc:picChg>
      </pc:sldChg>
      <pc:sldChg chg="addSp modSp new mod setBg">
        <pc:chgData name="Clement Lau" userId="26474102-de57-4bfe-955f-6e7a56139973" providerId="ADAL" clId="{5A8A29DA-AABE-408B-BEDF-0C5ACEDFF562}" dt="2023-12-05T19:28:16.866" v="2057" actId="20577"/>
        <pc:sldMkLst>
          <pc:docMk/>
          <pc:sldMk cId="43363306" sldId="259"/>
        </pc:sldMkLst>
        <pc:spChg chg="mod">
          <ac:chgData name="Clement Lau" userId="26474102-de57-4bfe-955f-6e7a56139973" providerId="ADAL" clId="{5A8A29DA-AABE-408B-BEDF-0C5ACEDFF562}" dt="2023-12-05T18:54:37.198" v="568" actId="26606"/>
          <ac:spMkLst>
            <pc:docMk/>
            <pc:sldMk cId="43363306" sldId="259"/>
            <ac:spMk id="2" creationId="{A67FCD9D-5812-2E94-DF77-20EE4E2D26B9}"/>
          </ac:spMkLst>
        </pc:spChg>
        <pc:spChg chg="mod">
          <ac:chgData name="Clement Lau" userId="26474102-de57-4bfe-955f-6e7a56139973" providerId="ADAL" clId="{5A8A29DA-AABE-408B-BEDF-0C5ACEDFF562}" dt="2023-12-05T19:28:16.866" v="2057" actId="20577"/>
          <ac:spMkLst>
            <pc:docMk/>
            <pc:sldMk cId="43363306" sldId="259"/>
            <ac:spMk id="3" creationId="{F0A60281-0885-D93D-DA2E-BDC3CD2BFE42}"/>
          </ac:spMkLst>
        </pc:spChg>
        <pc:picChg chg="add">
          <ac:chgData name="Clement Lau" userId="26474102-de57-4bfe-955f-6e7a56139973" providerId="ADAL" clId="{5A8A29DA-AABE-408B-BEDF-0C5ACEDFF562}" dt="2023-12-05T18:54:37.198" v="568" actId="26606"/>
          <ac:picMkLst>
            <pc:docMk/>
            <pc:sldMk cId="43363306" sldId="259"/>
            <ac:picMk id="5" creationId="{1E68B64D-E315-7B03-675D-26B96F5C8C33}"/>
          </ac:picMkLst>
        </pc:picChg>
        <pc:cxnChg chg="add">
          <ac:chgData name="Clement Lau" userId="26474102-de57-4bfe-955f-6e7a56139973" providerId="ADAL" clId="{5A8A29DA-AABE-408B-BEDF-0C5ACEDFF562}" dt="2023-12-05T18:54:37.198" v="568" actId="26606"/>
          <ac:cxnSpMkLst>
            <pc:docMk/>
            <pc:sldMk cId="43363306" sldId="259"/>
            <ac:cxnSpMk id="9" creationId="{1503BFE4-729B-D9D0-C17B-501E6AF1127A}"/>
          </ac:cxnSpMkLst>
        </pc:cxnChg>
      </pc:sldChg>
      <pc:sldChg chg="addSp modSp new mod setBg">
        <pc:chgData name="Clement Lau" userId="26474102-de57-4bfe-955f-6e7a56139973" providerId="ADAL" clId="{5A8A29DA-AABE-408B-BEDF-0C5ACEDFF562}" dt="2023-12-05T18:59:58.944" v="749" actId="20577"/>
        <pc:sldMkLst>
          <pc:docMk/>
          <pc:sldMk cId="419703860" sldId="260"/>
        </pc:sldMkLst>
        <pc:spChg chg="mod">
          <ac:chgData name="Clement Lau" userId="26474102-de57-4bfe-955f-6e7a56139973" providerId="ADAL" clId="{5A8A29DA-AABE-408B-BEDF-0C5ACEDFF562}" dt="2023-12-05T18:57:30.440" v="698" actId="26606"/>
          <ac:spMkLst>
            <pc:docMk/>
            <pc:sldMk cId="419703860" sldId="260"/>
            <ac:spMk id="2" creationId="{E7056EB3-05BB-291A-0E96-1D4AEED8DB8C}"/>
          </ac:spMkLst>
        </pc:spChg>
        <pc:spChg chg="mod">
          <ac:chgData name="Clement Lau" userId="26474102-de57-4bfe-955f-6e7a56139973" providerId="ADAL" clId="{5A8A29DA-AABE-408B-BEDF-0C5ACEDFF562}" dt="2023-12-05T18:59:58.944" v="749" actId="20577"/>
          <ac:spMkLst>
            <pc:docMk/>
            <pc:sldMk cId="419703860" sldId="260"/>
            <ac:spMk id="3" creationId="{ADF4650A-62AD-758C-1DF4-77199CF6133F}"/>
          </ac:spMkLst>
        </pc:spChg>
        <pc:spChg chg="add">
          <ac:chgData name="Clement Lau" userId="26474102-de57-4bfe-955f-6e7a56139973" providerId="ADAL" clId="{5A8A29DA-AABE-408B-BEDF-0C5ACEDFF562}" dt="2023-12-05T18:57:30.440" v="698" actId="26606"/>
          <ac:spMkLst>
            <pc:docMk/>
            <pc:sldMk cId="419703860" sldId="260"/>
            <ac:spMk id="9" creationId="{9F7D5CDA-D291-4307-BF55-1381FED29634}"/>
          </ac:spMkLst>
        </pc:spChg>
        <pc:picChg chg="add">
          <ac:chgData name="Clement Lau" userId="26474102-de57-4bfe-955f-6e7a56139973" providerId="ADAL" clId="{5A8A29DA-AABE-408B-BEDF-0C5ACEDFF562}" dt="2023-12-05T18:57:30.440" v="698" actId="26606"/>
          <ac:picMkLst>
            <pc:docMk/>
            <pc:sldMk cId="419703860" sldId="260"/>
            <ac:picMk id="5" creationId="{2689F214-D064-6D9A-2882-68F3BD4731F7}"/>
          </ac:picMkLst>
        </pc:picChg>
      </pc:sldChg>
      <pc:sldChg chg="addSp delSp modSp new mod setBg">
        <pc:chgData name="Clement Lau" userId="26474102-de57-4bfe-955f-6e7a56139973" providerId="ADAL" clId="{5A8A29DA-AABE-408B-BEDF-0C5ACEDFF562}" dt="2023-12-05T19:01:46.308" v="791" actId="26606"/>
        <pc:sldMkLst>
          <pc:docMk/>
          <pc:sldMk cId="2322045541" sldId="261"/>
        </pc:sldMkLst>
        <pc:spChg chg="mod ord">
          <ac:chgData name="Clement Lau" userId="26474102-de57-4bfe-955f-6e7a56139973" providerId="ADAL" clId="{5A8A29DA-AABE-408B-BEDF-0C5ACEDFF562}" dt="2023-12-05T19:01:46.308" v="791" actId="26606"/>
          <ac:spMkLst>
            <pc:docMk/>
            <pc:sldMk cId="2322045541" sldId="261"/>
            <ac:spMk id="2" creationId="{9C2A0B9B-77D6-8C89-66B0-C771F72B8C79}"/>
          </ac:spMkLst>
        </pc:spChg>
        <pc:spChg chg="del">
          <ac:chgData name="Clement Lau" userId="26474102-de57-4bfe-955f-6e7a56139973" providerId="ADAL" clId="{5A8A29DA-AABE-408B-BEDF-0C5ACEDFF562}" dt="2023-12-05T19:01:21.996" v="750" actId="22"/>
          <ac:spMkLst>
            <pc:docMk/>
            <pc:sldMk cId="2322045541" sldId="261"/>
            <ac:spMk id="3" creationId="{2FBF4CA9-13A1-0B65-0C67-325F1A1CEA79}"/>
          </ac:spMkLst>
        </pc:spChg>
        <pc:spChg chg="add">
          <ac:chgData name="Clement Lau" userId="26474102-de57-4bfe-955f-6e7a56139973" providerId="ADAL" clId="{5A8A29DA-AABE-408B-BEDF-0C5ACEDFF562}" dt="2023-12-05T19:01:46.308" v="791" actId="26606"/>
          <ac:spMkLst>
            <pc:docMk/>
            <pc:sldMk cId="2322045541" sldId="261"/>
            <ac:spMk id="10" creationId="{37C89E4B-3C9F-44B9-8B86-D9E3D112D8EC}"/>
          </ac:spMkLst>
        </pc:spChg>
        <pc:picChg chg="add mod ord">
          <ac:chgData name="Clement Lau" userId="26474102-de57-4bfe-955f-6e7a56139973" providerId="ADAL" clId="{5A8A29DA-AABE-408B-BEDF-0C5ACEDFF562}" dt="2023-12-05T19:01:46.308" v="791" actId="26606"/>
          <ac:picMkLst>
            <pc:docMk/>
            <pc:sldMk cId="2322045541" sldId="261"/>
            <ac:picMk id="5" creationId="{8B3ED1A3-1DB9-D79C-AB33-6A1E729AF49E}"/>
          </ac:picMkLst>
        </pc:picChg>
        <pc:cxnChg chg="add">
          <ac:chgData name="Clement Lau" userId="26474102-de57-4bfe-955f-6e7a56139973" providerId="ADAL" clId="{5A8A29DA-AABE-408B-BEDF-0C5ACEDFF562}" dt="2023-12-05T19:01:46.308" v="791" actId="26606"/>
          <ac:cxnSpMkLst>
            <pc:docMk/>
            <pc:sldMk cId="2322045541" sldId="261"/>
            <ac:cxnSpMk id="12" creationId="{AA2EAA10-076F-46BD-8F0F-B9A2FB77A85C}"/>
          </ac:cxnSpMkLst>
        </pc:cxnChg>
        <pc:cxnChg chg="add">
          <ac:chgData name="Clement Lau" userId="26474102-de57-4bfe-955f-6e7a56139973" providerId="ADAL" clId="{5A8A29DA-AABE-408B-BEDF-0C5ACEDFF562}" dt="2023-12-05T19:01:46.308" v="791" actId="26606"/>
          <ac:cxnSpMkLst>
            <pc:docMk/>
            <pc:sldMk cId="2322045541" sldId="261"/>
            <ac:cxnSpMk id="14" creationId="{D891E407-403B-4764-86C9-33A56D3BCAA3}"/>
          </ac:cxnSpMkLst>
        </pc:cxnChg>
      </pc:sldChg>
      <pc:sldChg chg="addSp delSp modSp new mod setBg">
        <pc:chgData name="Clement Lau" userId="26474102-de57-4bfe-955f-6e7a56139973" providerId="ADAL" clId="{5A8A29DA-AABE-408B-BEDF-0C5ACEDFF562}" dt="2023-12-05T19:05:45.267" v="992" actId="20577"/>
        <pc:sldMkLst>
          <pc:docMk/>
          <pc:sldMk cId="1247578470" sldId="262"/>
        </pc:sldMkLst>
        <pc:spChg chg="mod">
          <ac:chgData name="Clement Lau" userId="26474102-de57-4bfe-955f-6e7a56139973" providerId="ADAL" clId="{5A8A29DA-AABE-408B-BEDF-0C5ACEDFF562}" dt="2023-12-05T19:05:34.603" v="982" actId="26606"/>
          <ac:spMkLst>
            <pc:docMk/>
            <pc:sldMk cId="1247578470" sldId="262"/>
            <ac:spMk id="2" creationId="{A15D2DBD-AF26-11B1-189F-960FFF498CE0}"/>
          </ac:spMkLst>
        </pc:spChg>
        <pc:spChg chg="add del mod">
          <ac:chgData name="Clement Lau" userId="26474102-de57-4bfe-955f-6e7a56139973" providerId="ADAL" clId="{5A8A29DA-AABE-408B-BEDF-0C5ACEDFF562}" dt="2023-12-05T19:05:34.603" v="982" actId="26606"/>
          <ac:spMkLst>
            <pc:docMk/>
            <pc:sldMk cId="1247578470" sldId="262"/>
            <ac:spMk id="3" creationId="{92EB89E1-BA1E-09D6-E4DB-AE6C47285862}"/>
          </ac:spMkLst>
        </pc:spChg>
        <pc:spChg chg="add del">
          <ac:chgData name="Clement Lau" userId="26474102-de57-4bfe-955f-6e7a56139973" providerId="ADAL" clId="{5A8A29DA-AABE-408B-BEDF-0C5ACEDFF562}" dt="2023-12-05T19:05:33.123" v="979" actId="26606"/>
          <ac:spMkLst>
            <pc:docMk/>
            <pc:sldMk cId="1247578470" sldId="262"/>
            <ac:spMk id="9" creationId="{35DB3719-6FDC-4E5D-891D-FF40B7300F64}"/>
          </ac:spMkLst>
        </pc:spChg>
        <pc:spChg chg="add del">
          <ac:chgData name="Clement Lau" userId="26474102-de57-4bfe-955f-6e7a56139973" providerId="ADAL" clId="{5A8A29DA-AABE-408B-BEDF-0C5ACEDFF562}" dt="2023-12-05T19:05:33.123" v="979" actId="26606"/>
          <ac:spMkLst>
            <pc:docMk/>
            <pc:sldMk cId="1247578470" sldId="262"/>
            <ac:spMk id="11" creationId="{E0CBAC23-2E3F-4A90-BA59-F8299F6A5439}"/>
          </ac:spMkLst>
        </pc:spChg>
        <pc:spChg chg="add del">
          <ac:chgData name="Clement Lau" userId="26474102-de57-4bfe-955f-6e7a56139973" providerId="ADAL" clId="{5A8A29DA-AABE-408B-BEDF-0C5ACEDFF562}" dt="2023-12-05T19:05:34.597" v="981" actId="26606"/>
          <ac:spMkLst>
            <pc:docMk/>
            <pc:sldMk cId="1247578470" sldId="262"/>
            <ac:spMk id="13" creationId="{F9EC3F91-A75C-4F74-867E-E4C28C13546B}"/>
          </ac:spMkLst>
        </pc:spChg>
        <pc:spChg chg="add del">
          <ac:chgData name="Clement Lau" userId="26474102-de57-4bfe-955f-6e7a56139973" providerId="ADAL" clId="{5A8A29DA-AABE-408B-BEDF-0C5ACEDFF562}" dt="2023-12-05T19:05:34.597" v="981" actId="26606"/>
          <ac:spMkLst>
            <pc:docMk/>
            <pc:sldMk cId="1247578470" sldId="262"/>
            <ac:spMk id="14" creationId="{8181FC64-B306-4821-98E2-780662EFC486}"/>
          </ac:spMkLst>
        </pc:spChg>
        <pc:spChg chg="add del">
          <ac:chgData name="Clement Lau" userId="26474102-de57-4bfe-955f-6e7a56139973" providerId="ADAL" clId="{5A8A29DA-AABE-408B-BEDF-0C5ACEDFF562}" dt="2023-12-05T19:05:34.597" v="981" actId="26606"/>
          <ac:spMkLst>
            <pc:docMk/>
            <pc:sldMk cId="1247578470" sldId="262"/>
            <ac:spMk id="15" creationId="{829A1E2C-5AC8-40FC-99E9-832069D39792}"/>
          </ac:spMkLst>
        </pc:spChg>
        <pc:spChg chg="add del">
          <ac:chgData name="Clement Lau" userId="26474102-de57-4bfe-955f-6e7a56139973" providerId="ADAL" clId="{5A8A29DA-AABE-408B-BEDF-0C5ACEDFF562}" dt="2023-12-05T19:05:34.597" v="981" actId="26606"/>
          <ac:spMkLst>
            <pc:docMk/>
            <pc:sldMk cId="1247578470" sldId="262"/>
            <ac:spMk id="17" creationId="{5871FC61-DD4E-47D4-81FD-8A7E7D12B371}"/>
          </ac:spMkLst>
        </pc:spChg>
        <pc:spChg chg="add del">
          <ac:chgData name="Clement Lau" userId="26474102-de57-4bfe-955f-6e7a56139973" providerId="ADAL" clId="{5A8A29DA-AABE-408B-BEDF-0C5ACEDFF562}" dt="2023-12-05T19:05:34.597" v="981" actId="26606"/>
          <ac:spMkLst>
            <pc:docMk/>
            <pc:sldMk cId="1247578470" sldId="262"/>
            <ac:spMk id="18" creationId="{92EB89E1-BA1E-09D6-E4DB-AE6C47285862}"/>
          </ac:spMkLst>
        </pc:spChg>
        <pc:spChg chg="add">
          <ac:chgData name="Clement Lau" userId="26474102-de57-4bfe-955f-6e7a56139973" providerId="ADAL" clId="{5A8A29DA-AABE-408B-BEDF-0C5ACEDFF562}" dt="2023-12-05T19:05:34.603" v="982" actId="26606"/>
          <ac:spMkLst>
            <pc:docMk/>
            <pc:sldMk cId="1247578470" sldId="262"/>
            <ac:spMk id="20" creationId="{3ECBE1F1-D69B-4AFA-ABD5-8E41720EF6DE}"/>
          </ac:spMkLst>
        </pc:spChg>
        <pc:spChg chg="add">
          <ac:chgData name="Clement Lau" userId="26474102-de57-4bfe-955f-6e7a56139973" providerId="ADAL" clId="{5A8A29DA-AABE-408B-BEDF-0C5ACEDFF562}" dt="2023-12-05T19:05:34.603" v="982" actId="26606"/>
          <ac:spMkLst>
            <pc:docMk/>
            <pc:sldMk cId="1247578470" sldId="262"/>
            <ac:spMk id="22" creationId="{603A6265-E10C-4B85-9C20-E75FCAF9CC63}"/>
          </ac:spMkLst>
        </pc:spChg>
        <pc:spChg chg="add mod">
          <ac:chgData name="Clement Lau" userId="26474102-de57-4bfe-955f-6e7a56139973" providerId="ADAL" clId="{5A8A29DA-AABE-408B-BEDF-0C5ACEDFF562}" dt="2023-12-05T19:05:45.267" v="992" actId="20577"/>
          <ac:spMkLst>
            <pc:docMk/>
            <pc:sldMk cId="1247578470" sldId="262"/>
            <ac:spMk id="23" creationId="{92EB89E1-BA1E-09D6-E4DB-AE6C47285862}"/>
          </ac:spMkLst>
        </pc:spChg>
        <pc:graphicFrameChg chg="add del">
          <ac:chgData name="Clement Lau" userId="26474102-de57-4bfe-955f-6e7a56139973" providerId="ADAL" clId="{5A8A29DA-AABE-408B-BEDF-0C5ACEDFF562}" dt="2023-12-05T19:05:33.123" v="979" actId="26606"/>
          <ac:graphicFrameMkLst>
            <pc:docMk/>
            <pc:sldMk cId="1247578470" sldId="262"/>
            <ac:graphicFrameMk id="5" creationId="{037EA568-9023-B5E1-F71C-E42F2BB6A8A9}"/>
          </ac:graphicFrameMkLst>
        </pc:graphicFrameChg>
        <pc:picChg chg="add del">
          <ac:chgData name="Clement Lau" userId="26474102-de57-4bfe-955f-6e7a56139973" providerId="ADAL" clId="{5A8A29DA-AABE-408B-BEDF-0C5ACEDFF562}" dt="2023-12-05T19:05:34.597" v="981" actId="26606"/>
          <ac:picMkLst>
            <pc:docMk/>
            <pc:sldMk cId="1247578470" sldId="262"/>
            <ac:picMk id="16" creationId="{CFA18BB9-78D3-5388-97B3-08B6593ACB48}"/>
          </ac:picMkLst>
        </pc:picChg>
        <pc:picChg chg="add">
          <ac:chgData name="Clement Lau" userId="26474102-de57-4bfe-955f-6e7a56139973" providerId="ADAL" clId="{5A8A29DA-AABE-408B-BEDF-0C5ACEDFF562}" dt="2023-12-05T19:05:34.603" v="982" actId="26606"/>
          <ac:picMkLst>
            <pc:docMk/>
            <pc:sldMk cId="1247578470" sldId="262"/>
            <ac:picMk id="21" creationId="{05ECAB2F-935E-429D-15BD-BB28034039FE}"/>
          </ac:picMkLst>
        </pc:picChg>
      </pc:sldChg>
      <pc:sldChg chg="addSp delSp modSp new mod setBg">
        <pc:chgData name="Clement Lau" userId="26474102-de57-4bfe-955f-6e7a56139973" providerId="ADAL" clId="{5A8A29DA-AABE-408B-BEDF-0C5ACEDFF562}" dt="2023-12-05T19:20:45.341" v="1587" actId="20577"/>
        <pc:sldMkLst>
          <pc:docMk/>
          <pc:sldMk cId="2815497390" sldId="263"/>
        </pc:sldMkLst>
        <pc:spChg chg="mod">
          <ac:chgData name="Clement Lau" userId="26474102-de57-4bfe-955f-6e7a56139973" providerId="ADAL" clId="{5A8A29DA-AABE-408B-BEDF-0C5ACEDFF562}" dt="2023-12-05T19:13:20.699" v="1232" actId="26606"/>
          <ac:spMkLst>
            <pc:docMk/>
            <pc:sldMk cId="2815497390" sldId="263"/>
            <ac:spMk id="2" creationId="{039E9F6D-6681-06E3-C4A4-1F58B898912E}"/>
          </ac:spMkLst>
        </pc:spChg>
        <pc:spChg chg="mod ord">
          <ac:chgData name="Clement Lau" userId="26474102-de57-4bfe-955f-6e7a56139973" providerId="ADAL" clId="{5A8A29DA-AABE-408B-BEDF-0C5ACEDFF562}" dt="2023-12-05T19:20:45.341" v="1587" actId="20577"/>
          <ac:spMkLst>
            <pc:docMk/>
            <pc:sldMk cId="2815497390" sldId="263"/>
            <ac:spMk id="3" creationId="{C4911C21-3A16-9DC1-4A7B-25BAAD28D874}"/>
          </ac:spMkLst>
        </pc:spChg>
        <pc:spChg chg="add del">
          <ac:chgData name="Clement Lau" userId="26474102-de57-4bfe-955f-6e7a56139973" providerId="ADAL" clId="{5A8A29DA-AABE-408B-BEDF-0C5ACEDFF562}" dt="2023-12-05T19:13:20.699" v="1232" actId="26606"/>
          <ac:spMkLst>
            <pc:docMk/>
            <pc:sldMk cId="2815497390" sldId="263"/>
            <ac:spMk id="12" creationId="{E66F6371-9EA5-9354-29DC-1D07B921F79C}"/>
          </ac:spMkLst>
        </pc:spChg>
        <pc:spChg chg="add del">
          <ac:chgData name="Clement Lau" userId="26474102-de57-4bfe-955f-6e7a56139973" providerId="ADAL" clId="{5A8A29DA-AABE-408B-BEDF-0C5ACEDFF562}" dt="2023-12-05T19:13:20.699" v="1232" actId="26606"/>
          <ac:spMkLst>
            <pc:docMk/>
            <pc:sldMk cId="2815497390" sldId="263"/>
            <ac:spMk id="13" creationId="{FE1EC756-41E9-4FD6-AD48-EF46A28137B7}"/>
          </ac:spMkLst>
        </pc:spChg>
        <pc:spChg chg="add">
          <ac:chgData name="Clement Lau" userId="26474102-de57-4bfe-955f-6e7a56139973" providerId="ADAL" clId="{5A8A29DA-AABE-408B-BEDF-0C5ACEDFF562}" dt="2023-12-05T19:13:20.699" v="1232" actId="26606"/>
          <ac:spMkLst>
            <pc:docMk/>
            <pc:sldMk cId="2815497390" sldId="263"/>
            <ac:spMk id="18" creationId="{12609869-9E80-471B-A487-A53288E0E791}"/>
          </ac:spMkLst>
        </pc:spChg>
        <pc:spChg chg="add">
          <ac:chgData name="Clement Lau" userId="26474102-de57-4bfe-955f-6e7a56139973" providerId="ADAL" clId="{5A8A29DA-AABE-408B-BEDF-0C5ACEDFF562}" dt="2023-12-05T19:13:20.699" v="1232" actId="26606"/>
          <ac:spMkLst>
            <pc:docMk/>
            <pc:sldMk cId="2815497390" sldId="263"/>
            <ac:spMk id="20" creationId="{7004738A-9D34-43E8-97D2-CA0EED4F8BE0}"/>
          </ac:spMkLst>
        </pc:spChg>
        <pc:spChg chg="add">
          <ac:chgData name="Clement Lau" userId="26474102-de57-4bfe-955f-6e7a56139973" providerId="ADAL" clId="{5A8A29DA-AABE-408B-BEDF-0C5ACEDFF562}" dt="2023-12-05T19:13:20.699" v="1232" actId="26606"/>
          <ac:spMkLst>
            <pc:docMk/>
            <pc:sldMk cId="2815497390" sldId="263"/>
            <ac:spMk id="22" creationId="{B8B8D07F-F13E-443E-BA68-2D26672D76B9}"/>
          </ac:spMkLst>
        </pc:spChg>
        <pc:spChg chg="add">
          <ac:chgData name="Clement Lau" userId="26474102-de57-4bfe-955f-6e7a56139973" providerId="ADAL" clId="{5A8A29DA-AABE-408B-BEDF-0C5ACEDFF562}" dt="2023-12-05T19:13:20.699" v="1232" actId="26606"/>
          <ac:spMkLst>
            <pc:docMk/>
            <pc:sldMk cId="2815497390" sldId="263"/>
            <ac:spMk id="24" creationId="{2813A4FA-24A5-41ED-A534-3807D1B2F344}"/>
          </ac:spMkLst>
        </pc:spChg>
        <pc:spChg chg="add">
          <ac:chgData name="Clement Lau" userId="26474102-de57-4bfe-955f-6e7a56139973" providerId="ADAL" clId="{5A8A29DA-AABE-408B-BEDF-0C5ACEDFF562}" dt="2023-12-05T19:13:20.699" v="1232" actId="26606"/>
          <ac:spMkLst>
            <pc:docMk/>
            <pc:sldMk cId="2815497390" sldId="263"/>
            <ac:spMk id="26" creationId="{C3944F27-CA70-4E84-A51A-E6BF89558979}"/>
          </ac:spMkLst>
        </pc:spChg>
        <pc:picChg chg="mod">
          <ac:chgData name="Clement Lau" userId="26474102-de57-4bfe-955f-6e7a56139973" providerId="ADAL" clId="{5A8A29DA-AABE-408B-BEDF-0C5ACEDFF562}" dt="2023-12-05T19:13:20.699" v="1232" actId="26606"/>
          <ac:picMkLst>
            <pc:docMk/>
            <pc:sldMk cId="2815497390" sldId="263"/>
            <ac:picMk id="4" creationId="{EF4A795A-9408-2A68-D67E-018A438F0C7A}"/>
          </ac:picMkLst>
        </pc:picChg>
        <pc:picChg chg="add del mod">
          <ac:chgData name="Clement Lau" userId="26474102-de57-4bfe-955f-6e7a56139973" providerId="ADAL" clId="{5A8A29DA-AABE-408B-BEDF-0C5ACEDFF562}" dt="2023-12-05T19:10:15.810" v="1231" actId="478"/>
          <ac:picMkLst>
            <pc:docMk/>
            <pc:sldMk cId="2815497390" sldId="263"/>
            <ac:picMk id="5" creationId="{A519D9D8-A00C-134A-4B3A-A36C3EA28680}"/>
          </ac:picMkLst>
        </pc:picChg>
        <pc:inkChg chg="add del">
          <ac:chgData name="Clement Lau" userId="26474102-de57-4bfe-955f-6e7a56139973" providerId="ADAL" clId="{5A8A29DA-AABE-408B-BEDF-0C5ACEDFF562}" dt="2023-12-05T19:13:35.013" v="1234" actId="9405"/>
          <ac:inkMkLst>
            <pc:docMk/>
            <pc:sldMk cId="2815497390" sldId="263"/>
            <ac:inkMk id="6" creationId="{16FDA36F-3DDE-B8A2-E774-FAE3F772E2D2}"/>
          </ac:inkMkLst>
        </pc:inkChg>
        <pc:inkChg chg="add">
          <ac:chgData name="Clement Lau" userId="26474102-de57-4bfe-955f-6e7a56139973" providerId="ADAL" clId="{5A8A29DA-AABE-408B-BEDF-0C5ACEDFF562}" dt="2023-12-05T19:13:40.170" v="1235" actId="9405"/>
          <ac:inkMkLst>
            <pc:docMk/>
            <pc:sldMk cId="2815497390" sldId="263"/>
            <ac:inkMk id="7" creationId="{AFC408EE-D871-D96B-0EDC-F73C124F5E62}"/>
          </ac:inkMkLst>
        </pc:inkChg>
        <pc:cxnChg chg="add del">
          <ac:chgData name="Clement Lau" userId="26474102-de57-4bfe-955f-6e7a56139973" providerId="ADAL" clId="{5A8A29DA-AABE-408B-BEDF-0C5ACEDFF562}" dt="2023-12-05T19:08:22.302" v="1197" actId="26606"/>
          <ac:cxnSpMkLst>
            <pc:docMk/>
            <pc:sldMk cId="2815497390" sldId="263"/>
            <ac:cxnSpMk id="10" creationId="{1503BFE4-729B-D9D0-C17B-501E6AF1127A}"/>
          </ac:cxnSpMkLst>
        </pc:cxnChg>
      </pc:sldChg>
      <pc:sldChg chg="addSp delSp modSp new mod setBg">
        <pc:chgData name="Clement Lau" userId="26474102-de57-4bfe-955f-6e7a56139973" providerId="ADAL" clId="{5A8A29DA-AABE-408B-BEDF-0C5ACEDFF562}" dt="2023-12-05T19:48:28.455" v="2514" actId="9405"/>
        <pc:sldMkLst>
          <pc:docMk/>
          <pc:sldMk cId="2348145677" sldId="264"/>
        </pc:sldMkLst>
        <pc:spChg chg="mod">
          <ac:chgData name="Clement Lau" userId="26474102-de57-4bfe-955f-6e7a56139973" providerId="ADAL" clId="{5A8A29DA-AABE-408B-BEDF-0C5ACEDFF562}" dt="2023-12-05T19:48:02.758" v="2511" actId="26606"/>
          <ac:spMkLst>
            <pc:docMk/>
            <pc:sldMk cId="2348145677" sldId="264"/>
            <ac:spMk id="2" creationId="{E50B2205-9AC6-55E2-23F0-F70147FB8B1B}"/>
          </ac:spMkLst>
        </pc:spChg>
        <pc:spChg chg="mod">
          <ac:chgData name="Clement Lau" userId="26474102-de57-4bfe-955f-6e7a56139973" providerId="ADAL" clId="{5A8A29DA-AABE-408B-BEDF-0C5ACEDFF562}" dt="2023-12-05T19:48:02.758" v="2511" actId="26606"/>
          <ac:spMkLst>
            <pc:docMk/>
            <pc:sldMk cId="2348145677" sldId="264"/>
            <ac:spMk id="3" creationId="{F90EC1ED-EA47-5D1A-CFFD-DE96A3B6677B}"/>
          </ac:spMkLst>
        </pc:spChg>
        <pc:grpChg chg="add">
          <ac:chgData name="Clement Lau" userId="26474102-de57-4bfe-955f-6e7a56139973" providerId="ADAL" clId="{5A8A29DA-AABE-408B-BEDF-0C5ACEDFF562}" dt="2023-12-05T19:48:02.758" v="2511" actId="26606"/>
          <ac:grpSpMkLst>
            <pc:docMk/>
            <pc:sldMk cId="2348145677" sldId="264"/>
            <ac:grpSpMk id="9" creationId="{442598CC-934A-7BCD-C691-B2FE74CEDE6E}"/>
          </ac:grpSpMkLst>
        </pc:grpChg>
        <pc:picChg chg="mod">
          <ac:chgData name="Clement Lau" userId="26474102-de57-4bfe-955f-6e7a56139973" providerId="ADAL" clId="{5A8A29DA-AABE-408B-BEDF-0C5ACEDFF562}" dt="2023-12-05T19:48:02.758" v="2511" actId="26606"/>
          <ac:picMkLst>
            <pc:docMk/>
            <pc:sldMk cId="2348145677" sldId="264"/>
            <ac:picMk id="4" creationId="{BAC714A2-FBBF-598B-D835-50E4C44D7EB0}"/>
          </ac:picMkLst>
        </pc:picChg>
        <pc:inkChg chg="add del">
          <ac:chgData name="Clement Lau" userId="26474102-de57-4bfe-955f-6e7a56139973" providerId="ADAL" clId="{5A8A29DA-AABE-408B-BEDF-0C5ACEDFF562}" dt="2023-12-05T19:48:23.191" v="2513" actId="9405"/>
          <ac:inkMkLst>
            <pc:docMk/>
            <pc:sldMk cId="2348145677" sldId="264"/>
            <ac:inkMk id="5" creationId="{C369DE77-110B-BBF5-D830-36E6FB855FCA}"/>
          </ac:inkMkLst>
        </pc:inkChg>
        <pc:inkChg chg="add">
          <ac:chgData name="Clement Lau" userId="26474102-de57-4bfe-955f-6e7a56139973" providerId="ADAL" clId="{5A8A29DA-AABE-408B-BEDF-0C5ACEDFF562}" dt="2023-12-05T19:48:28.455" v="2514" actId="9405"/>
          <ac:inkMkLst>
            <pc:docMk/>
            <pc:sldMk cId="2348145677" sldId="264"/>
            <ac:inkMk id="6" creationId="{C7DF011E-BB5A-06D3-A45C-5320ADFF57D9}"/>
          </ac:inkMkLst>
        </pc:inkChg>
      </pc:sldChg>
      <pc:sldChg chg="addSp modSp new mod setBg setClrOvrMap">
        <pc:chgData name="Clement Lau" userId="26474102-de57-4bfe-955f-6e7a56139973" providerId="ADAL" clId="{5A8A29DA-AABE-408B-BEDF-0C5ACEDFF562}" dt="2023-12-05T19:50:10.779" v="2619" actId="26606"/>
        <pc:sldMkLst>
          <pc:docMk/>
          <pc:sldMk cId="2929814464" sldId="265"/>
        </pc:sldMkLst>
        <pc:spChg chg="mod">
          <ac:chgData name="Clement Lau" userId="26474102-de57-4bfe-955f-6e7a56139973" providerId="ADAL" clId="{5A8A29DA-AABE-408B-BEDF-0C5ACEDFF562}" dt="2023-12-05T19:50:10.779" v="2619" actId="26606"/>
          <ac:spMkLst>
            <pc:docMk/>
            <pc:sldMk cId="2929814464" sldId="265"/>
            <ac:spMk id="2" creationId="{EBFAB4E8-FFCC-60F5-E728-FC3F71AD12F2}"/>
          </ac:spMkLst>
        </pc:spChg>
        <pc:spChg chg="mod">
          <ac:chgData name="Clement Lau" userId="26474102-de57-4bfe-955f-6e7a56139973" providerId="ADAL" clId="{5A8A29DA-AABE-408B-BEDF-0C5ACEDFF562}" dt="2023-12-05T19:50:10.779" v="2619" actId="26606"/>
          <ac:spMkLst>
            <pc:docMk/>
            <pc:sldMk cId="2929814464" sldId="265"/>
            <ac:spMk id="3" creationId="{A103954A-9E35-429F-903E-812D72112E0F}"/>
          </ac:spMkLst>
        </pc:spChg>
        <pc:spChg chg="add">
          <ac:chgData name="Clement Lau" userId="26474102-de57-4bfe-955f-6e7a56139973" providerId="ADAL" clId="{5A8A29DA-AABE-408B-BEDF-0C5ACEDFF562}" dt="2023-12-05T19:50:10.779" v="2619" actId="26606"/>
          <ac:spMkLst>
            <pc:docMk/>
            <pc:sldMk cId="2929814464" sldId="265"/>
            <ac:spMk id="9" creationId="{71B2258F-86CA-4D4D-8270-BC05FCDEBFB3}"/>
          </ac:spMkLst>
        </pc:spChg>
        <pc:picChg chg="add">
          <ac:chgData name="Clement Lau" userId="26474102-de57-4bfe-955f-6e7a56139973" providerId="ADAL" clId="{5A8A29DA-AABE-408B-BEDF-0C5ACEDFF562}" dt="2023-12-05T19:50:10.779" v="2619" actId="26606"/>
          <ac:picMkLst>
            <pc:docMk/>
            <pc:sldMk cId="2929814464" sldId="265"/>
            <ac:picMk id="5" creationId="{8228806C-039E-C9AC-28BA-643E4BC58DE7}"/>
          </ac:picMkLst>
        </pc:picChg>
      </pc:sldChg>
      <pc:sldChg chg="addSp modSp new mod setBg">
        <pc:chgData name="Clement Lau" userId="26474102-de57-4bfe-955f-6e7a56139973" providerId="ADAL" clId="{5A8A29DA-AABE-408B-BEDF-0C5ACEDFF562}" dt="2023-12-05T20:13:15.591" v="3846" actId="20577"/>
        <pc:sldMkLst>
          <pc:docMk/>
          <pc:sldMk cId="1269808971" sldId="266"/>
        </pc:sldMkLst>
        <pc:spChg chg="mod">
          <ac:chgData name="Clement Lau" userId="26474102-de57-4bfe-955f-6e7a56139973" providerId="ADAL" clId="{5A8A29DA-AABE-408B-BEDF-0C5ACEDFF562}" dt="2023-12-05T20:06:07.128" v="3287" actId="26606"/>
          <ac:spMkLst>
            <pc:docMk/>
            <pc:sldMk cId="1269808971" sldId="266"/>
            <ac:spMk id="2" creationId="{DF0604CA-E470-6749-A10C-F0EE371FFF28}"/>
          </ac:spMkLst>
        </pc:spChg>
        <pc:spChg chg="mod">
          <ac:chgData name="Clement Lau" userId="26474102-de57-4bfe-955f-6e7a56139973" providerId="ADAL" clId="{5A8A29DA-AABE-408B-BEDF-0C5ACEDFF562}" dt="2023-12-05T20:13:15.591" v="3846" actId="20577"/>
          <ac:spMkLst>
            <pc:docMk/>
            <pc:sldMk cId="1269808971" sldId="266"/>
            <ac:spMk id="3" creationId="{EC8E68EA-615C-0D0A-6409-CA3A96A2ED2E}"/>
          </ac:spMkLst>
        </pc:spChg>
        <pc:spChg chg="add">
          <ac:chgData name="Clement Lau" userId="26474102-de57-4bfe-955f-6e7a56139973" providerId="ADAL" clId="{5A8A29DA-AABE-408B-BEDF-0C5ACEDFF562}" dt="2023-12-05T20:06:07.128" v="3287" actId="26606"/>
          <ac:spMkLst>
            <pc:docMk/>
            <pc:sldMk cId="1269808971" sldId="266"/>
            <ac:spMk id="10" creationId="{12609869-9E80-471B-A487-A53288E0E791}"/>
          </ac:spMkLst>
        </pc:spChg>
        <pc:spChg chg="add">
          <ac:chgData name="Clement Lau" userId="26474102-de57-4bfe-955f-6e7a56139973" providerId="ADAL" clId="{5A8A29DA-AABE-408B-BEDF-0C5ACEDFF562}" dt="2023-12-05T20:06:07.128" v="3287" actId="26606"/>
          <ac:spMkLst>
            <pc:docMk/>
            <pc:sldMk cId="1269808971" sldId="266"/>
            <ac:spMk id="12" creationId="{7004738A-9D34-43E8-97D2-CA0EED4F8BE0}"/>
          </ac:spMkLst>
        </pc:spChg>
        <pc:spChg chg="add">
          <ac:chgData name="Clement Lau" userId="26474102-de57-4bfe-955f-6e7a56139973" providerId="ADAL" clId="{5A8A29DA-AABE-408B-BEDF-0C5ACEDFF562}" dt="2023-12-05T20:06:07.128" v="3287" actId="26606"/>
          <ac:spMkLst>
            <pc:docMk/>
            <pc:sldMk cId="1269808971" sldId="266"/>
            <ac:spMk id="14" creationId="{B8B8D07F-F13E-443E-BA68-2D26672D76B9}"/>
          </ac:spMkLst>
        </pc:spChg>
        <pc:spChg chg="add">
          <ac:chgData name="Clement Lau" userId="26474102-de57-4bfe-955f-6e7a56139973" providerId="ADAL" clId="{5A8A29DA-AABE-408B-BEDF-0C5ACEDFF562}" dt="2023-12-05T20:06:07.128" v="3287" actId="26606"/>
          <ac:spMkLst>
            <pc:docMk/>
            <pc:sldMk cId="1269808971" sldId="266"/>
            <ac:spMk id="16" creationId="{2813A4FA-24A5-41ED-A534-3807D1B2F344}"/>
          </ac:spMkLst>
        </pc:spChg>
        <pc:spChg chg="add">
          <ac:chgData name="Clement Lau" userId="26474102-de57-4bfe-955f-6e7a56139973" providerId="ADAL" clId="{5A8A29DA-AABE-408B-BEDF-0C5ACEDFF562}" dt="2023-12-05T20:06:07.128" v="3287" actId="26606"/>
          <ac:spMkLst>
            <pc:docMk/>
            <pc:sldMk cId="1269808971" sldId="266"/>
            <ac:spMk id="18" creationId="{C3944F27-CA70-4E84-A51A-E6BF89558979}"/>
          </ac:spMkLst>
        </pc:spChg>
        <pc:picChg chg="add mod">
          <ac:chgData name="Clement Lau" userId="26474102-de57-4bfe-955f-6e7a56139973" providerId="ADAL" clId="{5A8A29DA-AABE-408B-BEDF-0C5ACEDFF562}" dt="2023-12-05T20:06:07.128" v="3287" actId="26606"/>
          <ac:picMkLst>
            <pc:docMk/>
            <pc:sldMk cId="1269808971" sldId="266"/>
            <ac:picMk id="5" creationId="{9ECC53B2-ECAD-B89F-948E-F7278D33F507}"/>
          </ac:picMkLst>
        </pc:picChg>
      </pc:sldChg>
      <pc:sldChg chg="addSp modSp new mod setBg">
        <pc:chgData name="Clement Lau" userId="26474102-de57-4bfe-955f-6e7a56139973" providerId="ADAL" clId="{5A8A29DA-AABE-408B-BEDF-0C5ACEDFF562}" dt="2023-12-05T19:56:01.261" v="3114" actId="20577"/>
        <pc:sldMkLst>
          <pc:docMk/>
          <pc:sldMk cId="726252481" sldId="267"/>
        </pc:sldMkLst>
        <pc:spChg chg="mod">
          <ac:chgData name="Clement Lau" userId="26474102-de57-4bfe-955f-6e7a56139973" providerId="ADAL" clId="{5A8A29DA-AABE-408B-BEDF-0C5ACEDFF562}" dt="2023-12-05T19:29:15.381" v="2088" actId="26606"/>
          <ac:spMkLst>
            <pc:docMk/>
            <pc:sldMk cId="726252481" sldId="267"/>
            <ac:spMk id="2" creationId="{EC55E042-F600-0DAC-9C32-78474C617E12}"/>
          </ac:spMkLst>
        </pc:spChg>
        <pc:spChg chg="mod">
          <ac:chgData name="Clement Lau" userId="26474102-de57-4bfe-955f-6e7a56139973" providerId="ADAL" clId="{5A8A29DA-AABE-408B-BEDF-0C5ACEDFF562}" dt="2023-12-05T19:56:01.261" v="3114" actId="20577"/>
          <ac:spMkLst>
            <pc:docMk/>
            <pc:sldMk cId="726252481" sldId="267"/>
            <ac:spMk id="3" creationId="{5598E75A-5E7F-C105-0BDF-51855AF702CC}"/>
          </ac:spMkLst>
        </pc:spChg>
        <pc:spChg chg="add">
          <ac:chgData name="Clement Lau" userId="26474102-de57-4bfe-955f-6e7a56139973" providerId="ADAL" clId="{5A8A29DA-AABE-408B-BEDF-0C5ACEDFF562}" dt="2023-12-05T19:29:15.381" v="2088" actId="26606"/>
          <ac:spMkLst>
            <pc:docMk/>
            <pc:sldMk cId="726252481" sldId="267"/>
            <ac:spMk id="9" creationId="{C0763A76-9F1C-4FC5-82B7-DD475DA461B2}"/>
          </ac:spMkLst>
        </pc:spChg>
        <pc:spChg chg="add">
          <ac:chgData name="Clement Lau" userId="26474102-de57-4bfe-955f-6e7a56139973" providerId="ADAL" clId="{5A8A29DA-AABE-408B-BEDF-0C5ACEDFF562}" dt="2023-12-05T19:29:15.381" v="2088" actId="26606"/>
          <ac:spMkLst>
            <pc:docMk/>
            <pc:sldMk cId="726252481" sldId="267"/>
            <ac:spMk id="11" creationId="{E81BF4F6-F2CF-4984-9D14-D6966D92F99F}"/>
          </ac:spMkLst>
        </pc:spChg>
        <pc:picChg chg="add">
          <ac:chgData name="Clement Lau" userId="26474102-de57-4bfe-955f-6e7a56139973" providerId="ADAL" clId="{5A8A29DA-AABE-408B-BEDF-0C5ACEDFF562}" dt="2023-12-05T19:29:15.381" v="2088" actId="26606"/>
          <ac:picMkLst>
            <pc:docMk/>
            <pc:sldMk cId="726252481" sldId="267"/>
            <ac:picMk id="5" creationId="{243804D3-5E29-417D-AABD-78715DEC0122}"/>
          </ac:picMkLst>
        </pc:picChg>
      </pc:sldChg>
      <pc:sldChg chg="addSp delSp modSp new mod setBg">
        <pc:chgData name="Clement Lau" userId="26474102-de57-4bfe-955f-6e7a56139973" providerId="ADAL" clId="{5A8A29DA-AABE-408B-BEDF-0C5ACEDFF562}" dt="2023-12-05T20:13:51.049" v="3891" actId="20577"/>
        <pc:sldMkLst>
          <pc:docMk/>
          <pc:sldMk cId="109420559" sldId="268"/>
        </pc:sldMkLst>
        <pc:spChg chg="mod">
          <ac:chgData name="Clement Lau" userId="26474102-de57-4bfe-955f-6e7a56139973" providerId="ADAL" clId="{5A8A29DA-AABE-408B-BEDF-0C5ACEDFF562}" dt="2023-12-05T20:10:47.582" v="3548" actId="26606"/>
          <ac:spMkLst>
            <pc:docMk/>
            <pc:sldMk cId="109420559" sldId="268"/>
            <ac:spMk id="2" creationId="{6E1795FD-111B-6E8C-5BCD-EAC7CC124599}"/>
          </ac:spMkLst>
        </pc:spChg>
        <pc:spChg chg="mod ord">
          <ac:chgData name="Clement Lau" userId="26474102-de57-4bfe-955f-6e7a56139973" providerId="ADAL" clId="{5A8A29DA-AABE-408B-BEDF-0C5ACEDFF562}" dt="2023-12-05T20:13:51.049" v="3891" actId="20577"/>
          <ac:spMkLst>
            <pc:docMk/>
            <pc:sldMk cId="109420559" sldId="268"/>
            <ac:spMk id="3" creationId="{154EC92A-5796-1BBD-BBF9-CFA817378274}"/>
          </ac:spMkLst>
        </pc:spChg>
        <pc:spChg chg="add">
          <ac:chgData name="Clement Lau" userId="26474102-de57-4bfe-955f-6e7a56139973" providerId="ADAL" clId="{5A8A29DA-AABE-408B-BEDF-0C5ACEDFF562}" dt="2023-12-05T20:10:47.582" v="3548" actId="26606"/>
          <ac:spMkLst>
            <pc:docMk/>
            <pc:sldMk cId="109420559" sldId="268"/>
            <ac:spMk id="12" creationId="{39C3C864-C625-4883-B868-9A4C470F4DD5}"/>
          </ac:spMkLst>
        </pc:spChg>
        <pc:spChg chg="add del">
          <ac:chgData name="Clement Lau" userId="26474102-de57-4bfe-955f-6e7a56139973" providerId="ADAL" clId="{5A8A29DA-AABE-408B-BEDF-0C5ACEDFF562}" dt="2023-12-05T20:10:47.575" v="3547" actId="26606"/>
          <ac:spMkLst>
            <pc:docMk/>
            <pc:sldMk cId="109420559" sldId="268"/>
            <ac:spMk id="14" creationId="{B8B8D07F-F13E-443E-BA68-2D26672D76B9}"/>
          </ac:spMkLst>
        </pc:spChg>
        <pc:spChg chg="add del">
          <ac:chgData name="Clement Lau" userId="26474102-de57-4bfe-955f-6e7a56139973" providerId="ADAL" clId="{5A8A29DA-AABE-408B-BEDF-0C5ACEDFF562}" dt="2023-12-05T20:10:47.575" v="3547" actId="26606"/>
          <ac:spMkLst>
            <pc:docMk/>
            <pc:sldMk cId="109420559" sldId="268"/>
            <ac:spMk id="15" creationId="{12609869-9E80-471B-A487-A53288E0E791}"/>
          </ac:spMkLst>
        </pc:spChg>
        <pc:spChg chg="add del">
          <ac:chgData name="Clement Lau" userId="26474102-de57-4bfe-955f-6e7a56139973" providerId="ADAL" clId="{5A8A29DA-AABE-408B-BEDF-0C5ACEDFF562}" dt="2023-12-05T20:10:47.575" v="3547" actId="26606"/>
          <ac:spMkLst>
            <pc:docMk/>
            <pc:sldMk cId="109420559" sldId="268"/>
            <ac:spMk id="16" creationId="{2813A4FA-24A5-41ED-A534-3807D1B2F344}"/>
          </ac:spMkLst>
        </pc:spChg>
        <pc:spChg chg="add del">
          <ac:chgData name="Clement Lau" userId="26474102-de57-4bfe-955f-6e7a56139973" providerId="ADAL" clId="{5A8A29DA-AABE-408B-BEDF-0C5ACEDFF562}" dt="2023-12-05T20:10:47.575" v="3547" actId="26606"/>
          <ac:spMkLst>
            <pc:docMk/>
            <pc:sldMk cId="109420559" sldId="268"/>
            <ac:spMk id="17" creationId="{7004738A-9D34-43E8-97D2-CA0EED4F8BE0}"/>
          </ac:spMkLst>
        </pc:spChg>
        <pc:spChg chg="add del">
          <ac:chgData name="Clement Lau" userId="26474102-de57-4bfe-955f-6e7a56139973" providerId="ADAL" clId="{5A8A29DA-AABE-408B-BEDF-0C5ACEDFF562}" dt="2023-12-05T20:10:47.575" v="3547" actId="26606"/>
          <ac:spMkLst>
            <pc:docMk/>
            <pc:sldMk cId="109420559" sldId="268"/>
            <ac:spMk id="18" creationId="{C3944F27-CA70-4E84-A51A-E6BF89558979}"/>
          </ac:spMkLst>
        </pc:spChg>
        <pc:spChg chg="add">
          <ac:chgData name="Clement Lau" userId="26474102-de57-4bfe-955f-6e7a56139973" providerId="ADAL" clId="{5A8A29DA-AABE-408B-BEDF-0C5ACEDFF562}" dt="2023-12-05T20:10:47.582" v="3548" actId="26606"/>
          <ac:spMkLst>
            <pc:docMk/>
            <pc:sldMk cId="109420559" sldId="268"/>
            <ac:spMk id="20" creationId="{8B3A2D1A-45FC-4F95-B150-1C13EF2F6D09}"/>
          </ac:spMkLst>
        </pc:spChg>
        <pc:grpChg chg="add del">
          <ac:chgData name="Clement Lau" userId="26474102-de57-4bfe-955f-6e7a56139973" providerId="ADAL" clId="{5A8A29DA-AABE-408B-BEDF-0C5ACEDFF562}" dt="2023-12-05T20:10:46.083" v="3545" actId="26606"/>
          <ac:grpSpMkLst>
            <pc:docMk/>
            <pc:sldMk cId="109420559" sldId="268"/>
            <ac:grpSpMk id="10" creationId="{5EC81CC9-EAC3-3907-9268-3A583E3B6356}"/>
          </ac:grpSpMkLst>
        </pc:grpChg>
        <pc:picChg chg="add mod">
          <ac:chgData name="Clement Lau" userId="26474102-de57-4bfe-955f-6e7a56139973" providerId="ADAL" clId="{5A8A29DA-AABE-408B-BEDF-0C5ACEDFF562}" dt="2023-12-05T20:10:47.582" v="3548" actId="26606"/>
          <ac:picMkLst>
            <pc:docMk/>
            <pc:sldMk cId="109420559" sldId="268"/>
            <ac:picMk id="5" creationId="{38DC8BB5-5631-3B55-4443-A6B9CEA223A7}"/>
          </ac:picMkLst>
        </pc:picChg>
      </pc:sldChg>
      <pc:sldChg chg="addSp modSp new mod setBg">
        <pc:chgData name="Clement Lau" userId="26474102-de57-4bfe-955f-6e7a56139973" providerId="ADAL" clId="{5A8A29DA-AABE-408B-BEDF-0C5ACEDFF562}" dt="2023-12-05T20:19:08.888" v="4259" actId="20577"/>
        <pc:sldMkLst>
          <pc:docMk/>
          <pc:sldMk cId="2895726622" sldId="269"/>
        </pc:sldMkLst>
        <pc:spChg chg="mod">
          <ac:chgData name="Clement Lau" userId="26474102-de57-4bfe-955f-6e7a56139973" providerId="ADAL" clId="{5A8A29DA-AABE-408B-BEDF-0C5ACEDFF562}" dt="2023-12-05T20:17:27.090" v="4121" actId="26606"/>
          <ac:spMkLst>
            <pc:docMk/>
            <pc:sldMk cId="2895726622" sldId="269"/>
            <ac:spMk id="2" creationId="{539EAD55-5D85-1F5D-1924-74411FFE962E}"/>
          </ac:spMkLst>
        </pc:spChg>
        <pc:spChg chg="mod ord">
          <ac:chgData name="Clement Lau" userId="26474102-de57-4bfe-955f-6e7a56139973" providerId="ADAL" clId="{5A8A29DA-AABE-408B-BEDF-0C5ACEDFF562}" dt="2023-12-05T20:19:08.888" v="4259" actId="20577"/>
          <ac:spMkLst>
            <pc:docMk/>
            <pc:sldMk cId="2895726622" sldId="269"/>
            <ac:spMk id="3" creationId="{304B41A3-422F-0D2C-1340-5C8413D399A0}"/>
          </ac:spMkLst>
        </pc:spChg>
        <pc:spChg chg="add">
          <ac:chgData name="Clement Lau" userId="26474102-de57-4bfe-955f-6e7a56139973" providerId="ADAL" clId="{5A8A29DA-AABE-408B-BEDF-0C5ACEDFF562}" dt="2023-12-05T20:17:27.090" v="4121" actId="26606"/>
          <ac:spMkLst>
            <pc:docMk/>
            <pc:sldMk cId="2895726622" sldId="269"/>
            <ac:spMk id="9" creationId="{8B3A2D1A-45FC-4F95-B150-1C13EF2F6D09}"/>
          </ac:spMkLst>
        </pc:spChg>
        <pc:spChg chg="add">
          <ac:chgData name="Clement Lau" userId="26474102-de57-4bfe-955f-6e7a56139973" providerId="ADAL" clId="{5A8A29DA-AABE-408B-BEDF-0C5ACEDFF562}" dt="2023-12-05T20:17:27.090" v="4121" actId="26606"/>
          <ac:spMkLst>
            <pc:docMk/>
            <pc:sldMk cId="2895726622" sldId="269"/>
            <ac:spMk id="11" creationId="{39C3C864-C625-4883-B868-9A4C470F4DD5}"/>
          </ac:spMkLst>
        </pc:spChg>
        <pc:picChg chg="add mod">
          <ac:chgData name="Clement Lau" userId="26474102-de57-4bfe-955f-6e7a56139973" providerId="ADAL" clId="{5A8A29DA-AABE-408B-BEDF-0C5ACEDFF562}" dt="2023-12-05T20:17:24.363" v="4120"/>
          <ac:picMkLst>
            <pc:docMk/>
            <pc:sldMk cId="2895726622" sldId="269"/>
            <ac:picMk id="4" creationId="{B1FB8F31-E025-8633-12A5-5BAEE2F35203}"/>
          </ac:picMkLst>
        </pc:picChg>
      </pc:sldChg>
      <pc:sldChg chg="addSp delSp modSp new mod setBg">
        <pc:chgData name="Clement Lau" userId="26474102-de57-4bfe-955f-6e7a56139973" providerId="ADAL" clId="{5A8A29DA-AABE-408B-BEDF-0C5ACEDFF562}" dt="2023-12-05T20:38:48.834" v="5045" actId="20577"/>
        <pc:sldMkLst>
          <pc:docMk/>
          <pc:sldMk cId="1540545850" sldId="270"/>
        </pc:sldMkLst>
        <pc:spChg chg="mod">
          <ac:chgData name="Clement Lau" userId="26474102-de57-4bfe-955f-6e7a56139973" providerId="ADAL" clId="{5A8A29DA-AABE-408B-BEDF-0C5ACEDFF562}" dt="2023-12-05T20:32:38.973" v="4707" actId="26606"/>
          <ac:spMkLst>
            <pc:docMk/>
            <pc:sldMk cId="1540545850" sldId="270"/>
            <ac:spMk id="2" creationId="{59EEDB10-E3E0-3BC3-3ED8-126BFAEE0239}"/>
          </ac:spMkLst>
        </pc:spChg>
        <pc:spChg chg="mod">
          <ac:chgData name="Clement Lau" userId="26474102-de57-4bfe-955f-6e7a56139973" providerId="ADAL" clId="{5A8A29DA-AABE-408B-BEDF-0C5ACEDFF562}" dt="2023-12-05T20:38:48.834" v="5045" actId="20577"/>
          <ac:spMkLst>
            <pc:docMk/>
            <pc:sldMk cId="1540545850" sldId="270"/>
            <ac:spMk id="3" creationId="{DBABE953-658C-6492-15CF-560854F0D68E}"/>
          </ac:spMkLst>
        </pc:spChg>
        <pc:spChg chg="add del">
          <ac:chgData name="Clement Lau" userId="26474102-de57-4bfe-955f-6e7a56139973" providerId="ADAL" clId="{5A8A29DA-AABE-408B-BEDF-0C5ACEDFF562}" dt="2023-12-05T20:30:56.489" v="4610" actId="26606"/>
          <ac:spMkLst>
            <pc:docMk/>
            <pc:sldMk cId="1540545850" sldId="270"/>
            <ac:spMk id="9" creationId="{12609869-9E80-471B-A487-A53288E0E791}"/>
          </ac:spMkLst>
        </pc:spChg>
        <pc:spChg chg="add del">
          <ac:chgData name="Clement Lau" userId="26474102-de57-4bfe-955f-6e7a56139973" providerId="ADAL" clId="{5A8A29DA-AABE-408B-BEDF-0C5ACEDFF562}" dt="2023-12-05T20:32:38.187" v="4704" actId="26606"/>
          <ac:spMkLst>
            <pc:docMk/>
            <pc:sldMk cId="1540545850" sldId="270"/>
            <ac:spMk id="10" creationId="{12609869-9E80-471B-A487-A53288E0E791}"/>
          </ac:spMkLst>
        </pc:spChg>
        <pc:spChg chg="add del">
          <ac:chgData name="Clement Lau" userId="26474102-de57-4bfe-955f-6e7a56139973" providerId="ADAL" clId="{5A8A29DA-AABE-408B-BEDF-0C5ACEDFF562}" dt="2023-12-05T20:30:56.489" v="4610" actId="26606"/>
          <ac:spMkLst>
            <pc:docMk/>
            <pc:sldMk cId="1540545850" sldId="270"/>
            <ac:spMk id="11" creationId="{7004738A-9D34-43E8-97D2-CA0EED4F8BE0}"/>
          </ac:spMkLst>
        </pc:spChg>
        <pc:spChg chg="add del">
          <ac:chgData name="Clement Lau" userId="26474102-de57-4bfe-955f-6e7a56139973" providerId="ADAL" clId="{5A8A29DA-AABE-408B-BEDF-0C5ACEDFF562}" dt="2023-12-05T20:32:38.187" v="4704" actId="26606"/>
          <ac:spMkLst>
            <pc:docMk/>
            <pc:sldMk cId="1540545850" sldId="270"/>
            <ac:spMk id="12" creationId="{7004738A-9D34-43E8-97D2-CA0EED4F8BE0}"/>
          </ac:spMkLst>
        </pc:spChg>
        <pc:spChg chg="add del">
          <ac:chgData name="Clement Lau" userId="26474102-de57-4bfe-955f-6e7a56139973" providerId="ADAL" clId="{5A8A29DA-AABE-408B-BEDF-0C5ACEDFF562}" dt="2023-12-05T20:30:56.489" v="4610" actId="26606"/>
          <ac:spMkLst>
            <pc:docMk/>
            <pc:sldMk cId="1540545850" sldId="270"/>
            <ac:spMk id="13" creationId="{B8B8D07F-F13E-443E-BA68-2D26672D76B9}"/>
          </ac:spMkLst>
        </pc:spChg>
        <pc:spChg chg="add del">
          <ac:chgData name="Clement Lau" userId="26474102-de57-4bfe-955f-6e7a56139973" providerId="ADAL" clId="{5A8A29DA-AABE-408B-BEDF-0C5ACEDFF562}" dt="2023-12-05T20:32:38.187" v="4704" actId="26606"/>
          <ac:spMkLst>
            <pc:docMk/>
            <pc:sldMk cId="1540545850" sldId="270"/>
            <ac:spMk id="14" creationId="{B8B8D07F-F13E-443E-BA68-2D26672D76B9}"/>
          </ac:spMkLst>
        </pc:spChg>
        <pc:spChg chg="add del">
          <ac:chgData name="Clement Lau" userId="26474102-de57-4bfe-955f-6e7a56139973" providerId="ADAL" clId="{5A8A29DA-AABE-408B-BEDF-0C5ACEDFF562}" dt="2023-12-05T20:30:56.489" v="4610" actId="26606"/>
          <ac:spMkLst>
            <pc:docMk/>
            <pc:sldMk cId="1540545850" sldId="270"/>
            <ac:spMk id="15" creationId="{2813A4FA-24A5-41ED-A534-3807D1B2F344}"/>
          </ac:spMkLst>
        </pc:spChg>
        <pc:spChg chg="add del">
          <ac:chgData name="Clement Lau" userId="26474102-de57-4bfe-955f-6e7a56139973" providerId="ADAL" clId="{5A8A29DA-AABE-408B-BEDF-0C5ACEDFF562}" dt="2023-12-05T20:30:56.489" v="4610" actId="26606"/>
          <ac:spMkLst>
            <pc:docMk/>
            <pc:sldMk cId="1540545850" sldId="270"/>
            <ac:spMk id="17" creationId="{C3944F27-CA70-4E84-A51A-E6BF89558979}"/>
          </ac:spMkLst>
        </pc:spChg>
        <pc:spChg chg="add del">
          <ac:chgData name="Clement Lau" userId="26474102-de57-4bfe-955f-6e7a56139973" providerId="ADAL" clId="{5A8A29DA-AABE-408B-BEDF-0C5ACEDFF562}" dt="2023-12-05T20:32:38.187" v="4704" actId="26606"/>
          <ac:spMkLst>
            <pc:docMk/>
            <pc:sldMk cId="1540545850" sldId="270"/>
            <ac:spMk id="19" creationId="{2813A4FA-24A5-41ED-A534-3807D1B2F344}"/>
          </ac:spMkLst>
        </pc:spChg>
        <pc:spChg chg="add del">
          <ac:chgData name="Clement Lau" userId="26474102-de57-4bfe-955f-6e7a56139973" providerId="ADAL" clId="{5A8A29DA-AABE-408B-BEDF-0C5ACEDFF562}" dt="2023-12-05T20:32:38.187" v="4704" actId="26606"/>
          <ac:spMkLst>
            <pc:docMk/>
            <pc:sldMk cId="1540545850" sldId="270"/>
            <ac:spMk id="21" creationId="{C3944F27-CA70-4E84-A51A-E6BF89558979}"/>
          </ac:spMkLst>
        </pc:spChg>
        <pc:spChg chg="add del">
          <ac:chgData name="Clement Lau" userId="26474102-de57-4bfe-955f-6e7a56139973" providerId="ADAL" clId="{5A8A29DA-AABE-408B-BEDF-0C5ACEDFF562}" dt="2023-12-05T20:32:38.967" v="4706" actId="26606"/>
          <ac:spMkLst>
            <pc:docMk/>
            <pc:sldMk cId="1540545850" sldId="270"/>
            <ac:spMk id="23" creationId="{7FF47CB7-972F-479F-A36D-9E72D26EC8DA}"/>
          </ac:spMkLst>
        </pc:spChg>
        <pc:spChg chg="add del">
          <ac:chgData name="Clement Lau" userId="26474102-de57-4bfe-955f-6e7a56139973" providerId="ADAL" clId="{5A8A29DA-AABE-408B-BEDF-0C5ACEDFF562}" dt="2023-12-05T20:32:38.967" v="4706" actId="26606"/>
          <ac:spMkLst>
            <pc:docMk/>
            <pc:sldMk cId="1540545850" sldId="270"/>
            <ac:spMk id="24" creationId="{0D153B68-5844-490D-8E67-F616D6D721CA}"/>
          </ac:spMkLst>
        </pc:spChg>
        <pc:spChg chg="add del">
          <ac:chgData name="Clement Lau" userId="26474102-de57-4bfe-955f-6e7a56139973" providerId="ADAL" clId="{5A8A29DA-AABE-408B-BEDF-0C5ACEDFF562}" dt="2023-12-05T20:32:38.967" v="4706" actId="26606"/>
          <ac:spMkLst>
            <pc:docMk/>
            <pc:sldMk cId="1540545850" sldId="270"/>
            <ac:spMk id="25" creationId="{9A0D773F-7A7D-4DBB-9DEA-86BB8B8F4BC8}"/>
          </ac:spMkLst>
        </pc:spChg>
        <pc:spChg chg="add">
          <ac:chgData name="Clement Lau" userId="26474102-de57-4bfe-955f-6e7a56139973" providerId="ADAL" clId="{5A8A29DA-AABE-408B-BEDF-0C5ACEDFF562}" dt="2023-12-05T20:32:38.973" v="4707" actId="26606"/>
          <ac:spMkLst>
            <pc:docMk/>
            <pc:sldMk cId="1540545850" sldId="270"/>
            <ac:spMk id="27" creationId="{12609869-9E80-471B-A487-A53288E0E791}"/>
          </ac:spMkLst>
        </pc:spChg>
        <pc:spChg chg="add">
          <ac:chgData name="Clement Lau" userId="26474102-de57-4bfe-955f-6e7a56139973" providerId="ADAL" clId="{5A8A29DA-AABE-408B-BEDF-0C5ACEDFF562}" dt="2023-12-05T20:32:38.973" v="4707" actId="26606"/>
          <ac:spMkLst>
            <pc:docMk/>
            <pc:sldMk cId="1540545850" sldId="270"/>
            <ac:spMk id="28" creationId="{7004738A-9D34-43E8-97D2-CA0EED4F8BE0}"/>
          </ac:spMkLst>
        </pc:spChg>
        <pc:spChg chg="add">
          <ac:chgData name="Clement Lau" userId="26474102-de57-4bfe-955f-6e7a56139973" providerId="ADAL" clId="{5A8A29DA-AABE-408B-BEDF-0C5ACEDFF562}" dt="2023-12-05T20:32:38.973" v="4707" actId="26606"/>
          <ac:spMkLst>
            <pc:docMk/>
            <pc:sldMk cId="1540545850" sldId="270"/>
            <ac:spMk id="29" creationId="{B8B8D07F-F13E-443E-BA68-2D26672D76B9}"/>
          </ac:spMkLst>
        </pc:spChg>
        <pc:spChg chg="add">
          <ac:chgData name="Clement Lau" userId="26474102-de57-4bfe-955f-6e7a56139973" providerId="ADAL" clId="{5A8A29DA-AABE-408B-BEDF-0C5ACEDFF562}" dt="2023-12-05T20:32:38.973" v="4707" actId="26606"/>
          <ac:spMkLst>
            <pc:docMk/>
            <pc:sldMk cId="1540545850" sldId="270"/>
            <ac:spMk id="30" creationId="{2813A4FA-24A5-41ED-A534-3807D1B2F344}"/>
          </ac:spMkLst>
        </pc:spChg>
        <pc:spChg chg="add">
          <ac:chgData name="Clement Lau" userId="26474102-de57-4bfe-955f-6e7a56139973" providerId="ADAL" clId="{5A8A29DA-AABE-408B-BEDF-0C5ACEDFF562}" dt="2023-12-05T20:32:38.973" v="4707" actId="26606"/>
          <ac:spMkLst>
            <pc:docMk/>
            <pc:sldMk cId="1540545850" sldId="270"/>
            <ac:spMk id="31" creationId="{C3944F27-CA70-4E84-A51A-E6BF89558979}"/>
          </ac:spMkLst>
        </pc:spChg>
        <pc:picChg chg="del mod">
          <ac:chgData name="Clement Lau" userId="26474102-de57-4bfe-955f-6e7a56139973" providerId="ADAL" clId="{5A8A29DA-AABE-408B-BEDF-0C5ACEDFF562}" dt="2023-12-05T20:31:04.765" v="4616" actId="21"/>
          <ac:picMkLst>
            <pc:docMk/>
            <pc:sldMk cId="1540545850" sldId="270"/>
            <ac:picMk id="4" creationId="{2663FACE-81B8-F065-B56A-AD48E6F36493}"/>
          </ac:picMkLst>
        </pc:picChg>
        <pc:picChg chg="add mod">
          <ac:chgData name="Clement Lau" userId="26474102-de57-4bfe-955f-6e7a56139973" providerId="ADAL" clId="{5A8A29DA-AABE-408B-BEDF-0C5ACEDFF562}" dt="2023-12-05T20:37:13.495" v="4972" actId="1076"/>
          <ac:picMkLst>
            <pc:docMk/>
            <pc:sldMk cId="1540545850" sldId="270"/>
            <ac:picMk id="8" creationId="{B8BB60CA-AAF4-CB40-A7BC-6E34366B98EE}"/>
          </ac:picMkLst>
        </pc:picChg>
        <pc:inkChg chg="add del">
          <ac:chgData name="Clement Lau" userId="26474102-de57-4bfe-955f-6e7a56139973" providerId="ADAL" clId="{5A8A29DA-AABE-408B-BEDF-0C5ACEDFF562}" dt="2023-12-05T20:29:16.253" v="4544" actId="9405"/>
          <ac:inkMkLst>
            <pc:docMk/>
            <pc:sldMk cId="1540545850" sldId="270"/>
            <ac:inkMk id="5" creationId="{0AD938F2-3462-B013-3F65-A013AAF6866F}"/>
          </ac:inkMkLst>
        </pc:inkChg>
        <pc:inkChg chg="add del">
          <ac:chgData name="Clement Lau" userId="26474102-de57-4bfe-955f-6e7a56139973" providerId="ADAL" clId="{5A8A29DA-AABE-408B-BEDF-0C5ACEDFF562}" dt="2023-12-05T20:30:56.097" v="4609" actId="9405"/>
          <ac:inkMkLst>
            <pc:docMk/>
            <pc:sldMk cId="1540545850" sldId="270"/>
            <ac:inkMk id="6" creationId="{0BDF25F8-FEEC-F461-5EF7-EF1E6637DD3D}"/>
          </ac:inkMkLst>
        </pc:inkChg>
      </pc:sldChg>
      <pc:sldChg chg="addSp delSp modSp new mod setBg">
        <pc:chgData name="Clement Lau" userId="26474102-de57-4bfe-955f-6e7a56139973" providerId="ADAL" clId="{5A8A29DA-AABE-408B-BEDF-0C5ACEDFF562}" dt="2023-12-05T20:54:49.509" v="5675" actId="20577"/>
        <pc:sldMkLst>
          <pc:docMk/>
          <pc:sldMk cId="3384304638" sldId="271"/>
        </pc:sldMkLst>
        <pc:spChg chg="mod">
          <ac:chgData name="Clement Lau" userId="26474102-de57-4bfe-955f-6e7a56139973" providerId="ADAL" clId="{5A8A29DA-AABE-408B-BEDF-0C5ACEDFF562}" dt="2023-12-05T20:54:03.785" v="5673" actId="26606"/>
          <ac:spMkLst>
            <pc:docMk/>
            <pc:sldMk cId="3384304638" sldId="271"/>
            <ac:spMk id="2" creationId="{0F765099-D92B-2237-FF3A-5486B15F3CAE}"/>
          </ac:spMkLst>
        </pc:spChg>
        <pc:spChg chg="del">
          <ac:chgData name="Clement Lau" userId="26474102-de57-4bfe-955f-6e7a56139973" providerId="ADAL" clId="{5A8A29DA-AABE-408B-BEDF-0C5ACEDFF562}" dt="2023-12-05T20:31:06.767" v="4617"/>
          <ac:spMkLst>
            <pc:docMk/>
            <pc:sldMk cId="3384304638" sldId="271"/>
            <ac:spMk id="3" creationId="{92F4C0C5-D74D-F4F1-4CB3-D0B37A6A9179}"/>
          </ac:spMkLst>
        </pc:spChg>
        <pc:spChg chg="add mod ord">
          <ac:chgData name="Clement Lau" userId="26474102-de57-4bfe-955f-6e7a56139973" providerId="ADAL" clId="{5A8A29DA-AABE-408B-BEDF-0C5ACEDFF562}" dt="2023-12-05T20:54:49.509" v="5675" actId="20577"/>
          <ac:spMkLst>
            <pc:docMk/>
            <pc:sldMk cId="3384304638" sldId="271"/>
            <ac:spMk id="6" creationId="{70EADE64-FB8D-4E16-92F2-0388C0BA0C6E}"/>
          </ac:spMkLst>
        </pc:spChg>
        <pc:spChg chg="add del">
          <ac:chgData name="Clement Lau" userId="26474102-de57-4bfe-955f-6e7a56139973" providerId="ADAL" clId="{5A8A29DA-AABE-408B-BEDF-0C5ACEDFF562}" dt="2023-12-05T20:53:07.910" v="5627" actId="26606"/>
          <ac:spMkLst>
            <pc:docMk/>
            <pc:sldMk cId="3384304638" sldId="271"/>
            <ac:spMk id="11" creationId="{E8A8EAB8-D2FF-444D-B34B-7D32F106AD0E}"/>
          </ac:spMkLst>
        </pc:spChg>
        <pc:spChg chg="add del">
          <ac:chgData name="Clement Lau" userId="26474102-de57-4bfe-955f-6e7a56139973" providerId="ADAL" clId="{5A8A29DA-AABE-408B-BEDF-0C5ACEDFF562}" dt="2023-12-05T20:53:09.061" v="5629" actId="26606"/>
          <ac:spMkLst>
            <pc:docMk/>
            <pc:sldMk cId="3384304638" sldId="271"/>
            <ac:spMk id="17" creationId="{649C91A9-84E7-4BF0-9026-62F01380D853}"/>
          </ac:spMkLst>
        </pc:spChg>
        <pc:spChg chg="add del">
          <ac:chgData name="Clement Lau" userId="26474102-de57-4bfe-955f-6e7a56139973" providerId="ADAL" clId="{5A8A29DA-AABE-408B-BEDF-0C5ACEDFF562}" dt="2023-12-05T20:53:09.061" v="5629" actId="26606"/>
          <ac:spMkLst>
            <pc:docMk/>
            <pc:sldMk cId="3384304638" sldId="271"/>
            <ac:spMk id="18" creationId="{9B47378D-AD27-45D0-8C1C-5B1098DCC068}"/>
          </ac:spMkLst>
        </pc:spChg>
        <pc:spChg chg="add del">
          <ac:chgData name="Clement Lau" userId="26474102-de57-4bfe-955f-6e7a56139973" providerId="ADAL" clId="{5A8A29DA-AABE-408B-BEDF-0C5ACEDFF562}" dt="2023-12-05T20:53:17.898" v="5631" actId="26606"/>
          <ac:spMkLst>
            <pc:docMk/>
            <pc:sldMk cId="3384304638" sldId="271"/>
            <ac:spMk id="20" creationId="{7DE220E6-BA55-4F04-B3C4-F4985F3E77AF}"/>
          </ac:spMkLst>
        </pc:spChg>
        <pc:spChg chg="add del">
          <ac:chgData name="Clement Lau" userId="26474102-de57-4bfe-955f-6e7a56139973" providerId="ADAL" clId="{5A8A29DA-AABE-408B-BEDF-0C5ACEDFF562}" dt="2023-12-05T20:53:17.898" v="5631" actId="26606"/>
          <ac:spMkLst>
            <pc:docMk/>
            <pc:sldMk cId="3384304638" sldId="271"/>
            <ac:spMk id="21" creationId="{5AE190BC-D2FD-433E-AB89-0DF68EFD6D09}"/>
          </ac:spMkLst>
        </pc:spChg>
        <pc:spChg chg="add del">
          <ac:chgData name="Clement Lau" userId="26474102-de57-4bfe-955f-6e7a56139973" providerId="ADAL" clId="{5A8A29DA-AABE-408B-BEDF-0C5ACEDFF562}" dt="2023-12-05T20:53:17.898" v="5631" actId="26606"/>
          <ac:spMkLst>
            <pc:docMk/>
            <pc:sldMk cId="3384304638" sldId="271"/>
            <ac:spMk id="22" creationId="{43E8FEA2-54EE-4F84-B5DB-A055A7D805EE}"/>
          </ac:spMkLst>
        </pc:spChg>
        <pc:spChg chg="add del">
          <ac:chgData name="Clement Lau" userId="26474102-de57-4bfe-955f-6e7a56139973" providerId="ADAL" clId="{5A8A29DA-AABE-408B-BEDF-0C5ACEDFF562}" dt="2023-12-05T20:54:03.785" v="5673" actId="26606"/>
          <ac:spMkLst>
            <pc:docMk/>
            <pc:sldMk cId="3384304638" sldId="271"/>
            <ac:spMk id="24" creationId="{0D05C9B4-B5C9-2D4D-23C9-CEE72646F923}"/>
          </ac:spMkLst>
        </pc:spChg>
        <pc:grpChg chg="add del">
          <ac:chgData name="Clement Lau" userId="26474102-de57-4bfe-955f-6e7a56139973" providerId="ADAL" clId="{5A8A29DA-AABE-408B-BEDF-0C5ACEDFF562}" dt="2023-12-05T20:54:03.785" v="5673" actId="26606"/>
          <ac:grpSpMkLst>
            <pc:docMk/>
            <pc:sldMk cId="3384304638" sldId="271"/>
            <ac:grpSpMk id="29" creationId="{C54A2A4D-19EF-3552-F383-6AD9587C8AFC}"/>
          </ac:grpSpMkLst>
        </pc:grpChg>
        <pc:picChg chg="add del mod">
          <ac:chgData name="Clement Lau" userId="26474102-de57-4bfe-955f-6e7a56139973" providerId="ADAL" clId="{5A8A29DA-AABE-408B-BEDF-0C5ACEDFF562}" dt="2023-12-05T20:39:21.209" v="5069" actId="21"/>
          <ac:picMkLst>
            <pc:docMk/>
            <pc:sldMk cId="3384304638" sldId="271"/>
            <ac:picMk id="4" creationId="{CFF37DE1-B6B2-D880-8546-50E7393E0885}"/>
          </ac:picMkLst>
        </pc:picChg>
        <pc:picChg chg="mod">
          <ac:chgData name="Clement Lau" userId="26474102-de57-4bfe-955f-6e7a56139973" providerId="ADAL" clId="{5A8A29DA-AABE-408B-BEDF-0C5ACEDFF562}" dt="2023-12-05T20:54:03.785" v="5673" actId="26606"/>
          <ac:picMkLst>
            <pc:docMk/>
            <pc:sldMk cId="3384304638" sldId="271"/>
            <ac:picMk id="5" creationId="{AF701A3C-69D7-D37F-ADA0-95B0823D5CE0}"/>
          </ac:picMkLst>
        </pc:picChg>
        <pc:picChg chg="add del mod">
          <ac:chgData name="Clement Lau" userId="26474102-de57-4bfe-955f-6e7a56139973" providerId="ADAL" clId="{5A8A29DA-AABE-408B-BEDF-0C5ACEDFF562}" dt="2023-12-05T20:41:07.111" v="5198" actId="478"/>
          <ac:picMkLst>
            <pc:docMk/>
            <pc:sldMk cId="3384304638" sldId="271"/>
            <ac:picMk id="7" creationId="{EE10EE6A-48D7-8A1F-8E1E-85517C12FAD6}"/>
          </ac:picMkLst>
        </pc:picChg>
        <pc:cxnChg chg="add del">
          <ac:chgData name="Clement Lau" userId="26474102-de57-4bfe-955f-6e7a56139973" providerId="ADAL" clId="{5A8A29DA-AABE-408B-BEDF-0C5ACEDFF562}" dt="2023-12-05T20:53:07.910" v="5627" actId="26606"/>
          <ac:cxnSpMkLst>
            <pc:docMk/>
            <pc:sldMk cId="3384304638" sldId="271"/>
            <ac:cxnSpMk id="13" creationId="{EEA38897-7BA3-4408-8083-3235339C4A60}"/>
          </ac:cxnSpMkLst>
        </pc:cxnChg>
        <pc:cxnChg chg="add del">
          <ac:chgData name="Clement Lau" userId="26474102-de57-4bfe-955f-6e7a56139973" providerId="ADAL" clId="{5A8A29DA-AABE-408B-BEDF-0C5ACEDFF562}" dt="2023-12-05T20:53:07.910" v="5627" actId="26606"/>
          <ac:cxnSpMkLst>
            <pc:docMk/>
            <pc:sldMk cId="3384304638" sldId="271"/>
            <ac:cxnSpMk id="15" creationId="{F11AD06B-AB20-4097-8606-5DA00DBACE88}"/>
          </ac:cxnSpMkLst>
        </pc:cxnChg>
      </pc:sldChg>
      <pc:sldChg chg="addSp modSp new mod setBg">
        <pc:chgData name="Clement Lau" userId="26474102-de57-4bfe-955f-6e7a56139973" providerId="ADAL" clId="{5A8A29DA-AABE-408B-BEDF-0C5ACEDFF562}" dt="2023-12-05T21:08:25.636" v="6346" actId="26606"/>
        <pc:sldMkLst>
          <pc:docMk/>
          <pc:sldMk cId="4271769854" sldId="272"/>
        </pc:sldMkLst>
        <pc:spChg chg="mod">
          <ac:chgData name="Clement Lau" userId="26474102-de57-4bfe-955f-6e7a56139973" providerId="ADAL" clId="{5A8A29DA-AABE-408B-BEDF-0C5ACEDFF562}" dt="2023-12-05T21:08:25.636" v="6346" actId="26606"/>
          <ac:spMkLst>
            <pc:docMk/>
            <pc:sldMk cId="4271769854" sldId="272"/>
            <ac:spMk id="2" creationId="{331210E4-9D54-3054-DDCB-5D7D9C48EBD4}"/>
          </ac:spMkLst>
        </pc:spChg>
        <pc:spChg chg="mod ord">
          <ac:chgData name="Clement Lau" userId="26474102-de57-4bfe-955f-6e7a56139973" providerId="ADAL" clId="{5A8A29DA-AABE-408B-BEDF-0C5ACEDFF562}" dt="2023-12-05T21:08:25.636" v="6346" actId="26606"/>
          <ac:spMkLst>
            <pc:docMk/>
            <pc:sldMk cId="4271769854" sldId="272"/>
            <ac:spMk id="3" creationId="{867FA50C-FC81-E382-C33E-FA77CFD7A4C6}"/>
          </ac:spMkLst>
        </pc:spChg>
        <pc:spChg chg="add">
          <ac:chgData name="Clement Lau" userId="26474102-de57-4bfe-955f-6e7a56139973" providerId="ADAL" clId="{5A8A29DA-AABE-408B-BEDF-0C5ACEDFF562}" dt="2023-12-05T21:08:25.636" v="6346" actId="26606"/>
          <ac:spMkLst>
            <pc:docMk/>
            <pc:sldMk cId="4271769854" sldId="272"/>
            <ac:spMk id="10" creationId="{FE1EC756-41E9-4FD6-AD48-EF46A28137B7}"/>
          </ac:spMkLst>
        </pc:spChg>
        <pc:spChg chg="add">
          <ac:chgData name="Clement Lau" userId="26474102-de57-4bfe-955f-6e7a56139973" providerId="ADAL" clId="{5A8A29DA-AABE-408B-BEDF-0C5ACEDFF562}" dt="2023-12-05T21:08:25.636" v="6346" actId="26606"/>
          <ac:spMkLst>
            <pc:docMk/>
            <pc:sldMk cId="4271769854" sldId="272"/>
            <ac:spMk id="12" creationId="{E66F6371-9EA5-9354-29DC-1D07B921F79C}"/>
          </ac:spMkLst>
        </pc:spChg>
        <pc:picChg chg="add mod">
          <ac:chgData name="Clement Lau" userId="26474102-de57-4bfe-955f-6e7a56139973" providerId="ADAL" clId="{5A8A29DA-AABE-408B-BEDF-0C5ACEDFF562}" dt="2023-12-05T21:08:25.636" v="6346" actId="26606"/>
          <ac:picMkLst>
            <pc:docMk/>
            <pc:sldMk cId="4271769854" sldId="272"/>
            <ac:picMk id="5" creationId="{EDFD0F57-432C-AEAD-D65B-B78EFB515E3D}"/>
          </ac:picMkLst>
        </pc:picChg>
      </pc:sldChg>
      <pc:sldChg chg="addSp delSp modSp new mod setBg addAnim delAnim">
        <pc:chgData name="Clement Lau" userId="26474102-de57-4bfe-955f-6e7a56139973" providerId="ADAL" clId="{5A8A29DA-AABE-408B-BEDF-0C5ACEDFF562}" dt="2023-12-05T21:09:43.963" v="6409" actId="26606"/>
        <pc:sldMkLst>
          <pc:docMk/>
          <pc:sldMk cId="3128163341" sldId="273"/>
        </pc:sldMkLst>
        <pc:spChg chg="mod">
          <ac:chgData name="Clement Lau" userId="26474102-de57-4bfe-955f-6e7a56139973" providerId="ADAL" clId="{5A8A29DA-AABE-408B-BEDF-0C5ACEDFF562}" dt="2023-12-05T21:09:43.963" v="6409" actId="26606"/>
          <ac:spMkLst>
            <pc:docMk/>
            <pc:sldMk cId="3128163341" sldId="273"/>
            <ac:spMk id="2" creationId="{4892C045-A464-52F5-9211-C55240DF4771}"/>
          </ac:spMkLst>
        </pc:spChg>
        <pc:spChg chg="mod">
          <ac:chgData name="Clement Lau" userId="26474102-de57-4bfe-955f-6e7a56139973" providerId="ADAL" clId="{5A8A29DA-AABE-408B-BEDF-0C5ACEDFF562}" dt="2023-12-05T21:09:43.963" v="6409" actId="26606"/>
          <ac:spMkLst>
            <pc:docMk/>
            <pc:sldMk cId="3128163341" sldId="273"/>
            <ac:spMk id="3" creationId="{2D0F5377-7C9B-2D74-A15C-8A3231810BDC}"/>
          </ac:spMkLst>
        </pc:spChg>
        <pc:spChg chg="add del">
          <ac:chgData name="Clement Lau" userId="26474102-de57-4bfe-955f-6e7a56139973" providerId="ADAL" clId="{5A8A29DA-AABE-408B-BEDF-0C5ACEDFF562}" dt="2023-12-05T21:09:39.596" v="6405" actId="26606"/>
          <ac:spMkLst>
            <pc:docMk/>
            <pc:sldMk cId="3128163341" sldId="273"/>
            <ac:spMk id="9" creationId="{C1DD1A8A-57D5-4A81-AD04-532B043C5611}"/>
          </ac:spMkLst>
        </pc:spChg>
        <pc:spChg chg="add del">
          <ac:chgData name="Clement Lau" userId="26474102-de57-4bfe-955f-6e7a56139973" providerId="ADAL" clId="{5A8A29DA-AABE-408B-BEDF-0C5ACEDFF562}" dt="2023-12-05T21:09:39.596" v="6405" actId="26606"/>
          <ac:spMkLst>
            <pc:docMk/>
            <pc:sldMk cId="3128163341" sldId="273"/>
            <ac:spMk id="11" creationId="{007891EC-4501-44ED-A8C8-B11B6DB767AB}"/>
          </ac:spMkLst>
        </pc:spChg>
        <pc:spChg chg="add del">
          <ac:chgData name="Clement Lau" userId="26474102-de57-4bfe-955f-6e7a56139973" providerId="ADAL" clId="{5A8A29DA-AABE-408B-BEDF-0C5ACEDFF562}" dt="2023-12-05T21:09:43.959" v="6408" actId="26606"/>
          <ac:spMkLst>
            <pc:docMk/>
            <pc:sldMk cId="3128163341" sldId="273"/>
            <ac:spMk id="13" creationId="{C0763A76-9F1C-4FC5-82B7-DD475DA461B2}"/>
          </ac:spMkLst>
        </pc:spChg>
        <pc:spChg chg="add del">
          <ac:chgData name="Clement Lau" userId="26474102-de57-4bfe-955f-6e7a56139973" providerId="ADAL" clId="{5A8A29DA-AABE-408B-BEDF-0C5ACEDFF562}" dt="2023-12-05T21:09:43.959" v="6408" actId="26606"/>
          <ac:spMkLst>
            <pc:docMk/>
            <pc:sldMk cId="3128163341" sldId="273"/>
            <ac:spMk id="14" creationId="{E81BF4F6-F2CF-4984-9D14-D6966D92F99F}"/>
          </ac:spMkLst>
        </pc:spChg>
        <pc:grpChg chg="add">
          <ac:chgData name="Clement Lau" userId="26474102-de57-4bfe-955f-6e7a56139973" providerId="ADAL" clId="{5A8A29DA-AABE-408B-BEDF-0C5ACEDFF562}" dt="2023-12-05T21:09:43.963" v="6409" actId="26606"/>
          <ac:grpSpMkLst>
            <pc:docMk/>
            <pc:sldMk cId="3128163341" sldId="273"/>
            <ac:grpSpMk id="8" creationId="{21FDCCC3-920F-43F6-DD97-D9B994520297}"/>
          </ac:grpSpMkLst>
        </pc:grpChg>
        <pc:picChg chg="add del">
          <ac:chgData name="Clement Lau" userId="26474102-de57-4bfe-955f-6e7a56139973" providerId="ADAL" clId="{5A8A29DA-AABE-408B-BEDF-0C5ACEDFF562}" dt="2023-12-05T21:09:39.596" v="6405" actId="26606"/>
          <ac:picMkLst>
            <pc:docMk/>
            <pc:sldMk cId="3128163341" sldId="273"/>
            <ac:picMk id="5" creationId="{D6947D73-93AE-84B0-579B-DCBC9DC21F05}"/>
          </ac:picMkLst>
        </pc:picChg>
        <pc:picChg chg="add del">
          <ac:chgData name="Clement Lau" userId="26474102-de57-4bfe-955f-6e7a56139973" providerId="ADAL" clId="{5A8A29DA-AABE-408B-BEDF-0C5ACEDFF562}" dt="2023-12-05T21:09:43.959" v="6408" actId="26606"/>
          <ac:picMkLst>
            <pc:docMk/>
            <pc:sldMk cId="3128163341" sldId="273"/>
            <ac:picMk id="15" creationId="{7838C2F3-6036-799D-423E-CF8801BE40C3}"/>
          </ac:picMkLst>
        </pc:picChg>
      </pc:sldChg>
      <pc:sldChg chg="addSp delSp modSp new mod setBg">
        <pc:chgData name="Clement Lau" userId="26474102-de57-4bfe-955f-6e7a56139973" providerId="ADAL" clId="{5A8A29DA-AABE-408B-BEDF-0C5ACEDFF562}" dt="2023-12-05T21:10:17.725" v="6423" actId="26606"/>
        <pc:sldMkLst>
          <pc:docMk/>
          <pc:sldMk cId="2367624272" sldId="274"/>
        </pc:sldMkLst>
        <pc:spChg chg="mod">
          <ac:chgData name="Clement Lau" userId="26474102-de57-4bfe-955f-6e7a56139973" providerId="ADAL" clId="{5A8A29DA-AABE-408B-BEDF-0C5ACEDFF562}" dt="2023-12-05T21:10:17.725" v="6423" actId="26606"/>
          <ac:spMkLst>
            <pc:docMk/>
            <pc:sldMk cId="2367624272" sldId="274"/>
            <ac:spMk id="2" creationId="{DB30FC89-5833-7D1B-6DA7-1103A3837E8B}"/>
          </ac:spMkLst>
        </pc:spChg>
        <pc:spChg chg="add del">
          <ac:chgData name="Clement Lau" userId="26474102-de57-4bfe-955f-6e7a56139973" providerId="ADAL" clId="{5A8A29DA-AABE-408B-BEDF-0C5ACEDFF562}" dt="2023-12-05T21:10:17.725" v="6423" actId="26606"/>
          <ac:spMkLst>
            <pc:docMk/>
            <pc:sldMk cId="2367624272" sldId="274"/>
            <ac:spMk id="3" creationId="{DFBA5BA3-E54D-FDDA-A2EF-F0CDCFFEC74D}"/>
          </ac:spMkLst>
        </pc:spChg>
        <pc:spChg chg="add del">
          <ac:chgData name="Clement Lau" userId="26474102-de57-4bfe-955f-6e7a56139973" providerId="ADAL" clId="{5A8A29DA-AABE-408B-BEDF-0C5ACEDFF562}" dt="2023-12-05T21:10:17.719" v="6422" actId="26606"/>
          <ac:spMkLst>
            <pc:docMk/>
            <pc:sldMk cId="2367624272" sldId="274"/>
            <ac:spMk id="9" creationId="{C1DD1A8A-57D5-4A81-AD04-532B043C5611}"/>
          </ac:spMkLst>
        </pc:spChg>
        <pc:spChg chg="add del">
          <ac:chgData name="Clement Lau" userId="26474102-de57-4bfe-955f-6e7a56139973" providerId="ADAL" clId="{5A8A29DA-AABE-408B-BEDF-0C5ACEDFF562}" dt="2023-12-05T21:10:17.719" v="6422" actId="26606"/>
          <ac:spMkLst>
            <pc:docMk/>
            <pc:sldMk cId="2367624272" sldId="274"/>
            <ac:spMk id="11" creationId="{007891EC-4501-44ED-A8C8-B11B6DB767AB}"/>
          </ac:spMkLst>
        </pc:spChg>
        <pc:spChg chg="add">
          <ac:chgData name="Clement Lau" userId="26474102-de57-4bfe-955f-6e7a56139973" providerId="ADAL" clId="{5A8A29DA-AABE-408B-BEDF-0C5ACEDFF562}" dt="2023-12-05T21:10:17.725" v="6423" actId="26606"/>
          <ac:spMkLst>
            <pc:docMk/>
            <pc:sldMk cId="2367624272" sldId="274"/>
            <ac:spMk id="13" creationId="{4063B759-00FC-46D1-9898-8E8625268FAF}"/>
          </ac:spMkLst>
        </pc:spChg>
        <pc:spChg chg="add">
          <ac:chgData name="Clement Lau" userId="26474102-de57-4bfe-955f-6e7a56139973" providerId="ADAL" clId="{5A8A29DA-AABE-408B-BEDF-0C5ACEDFF562}" dt="2023-12-05T21:10:17.725" v="6423" actId="26606"/>
          <ac:spMkLst>
            <pc:docMk/>
            <pc:sldMk cId="2367624272" sldId="274"/>
            <ac:spMk id="14" creationId="{6F828D28-8E09-41CC-8229-3070B5467A96}"/>
          </ac:spMkLst>
        </pc:spChg>
        <pc:spChg chg="add">
          <ac:chgData name="Clement Lau" userId="26474102-de57-4bfe-955f-6e7a56139973" providerId="ADAL" clId="{5A8A29DA-AABE-408B-BEDF-0C5ACEDFF562}" dt="2023-12-05T21:10:17.725" v="6423" actId="26606"/>
          <ac:spMkLst>
            <pc:docMk/>
            <pc:sldMk cId="2367624272" sldId="274"/>
            <ac:spMk id="16" creationId="{D5B012D8-7F27-4758-9AC6-C889B154BD73}"/>
          </ac:spMkLst>
        </pc:spChg>
        <pc:picChg chg="add del">
          <ac:chgData name="Clement Lau" userId="26474102-de57-4bfe-955f-6e7a56139973" providerId="ADAL" clId="{5A8A29DA-AABE-408B-BEDF-0C5ACEDFF562}" dt="2023-12-05T21:10:17.719" v="6422" actId="26606"/>
          <ac:picMkLst>
            <pc:docMk/>
            <pc:sldMk cId="2367624272" sldId="274"/>
            <ac:picMk id="5" creationId="{3E40EFC0-EBDF-A72C-6D46-F457CB5C996B}"/>
          </ac:picMkLst>
        </pc:picChg>
        <pc:picChg chg="add">
          <ac:chgData name="Clement Lau" userId="26474102-de57-4bfe-955f-6e7a56139973" providerId="ADAL" clId="{5A8A29DA-AABE-408B-BEDF-0C5ACEDFF562}" dt="2023-12-05T21:10:17.725" v="6423" actId="26606"/>
          <ac:picMkLst>
            <pc:docMk/>
            <pc:sldMk cId="2367624272" sldId="274"/>
            <ac:picMk id="15" creationId="{471B1D82-83DE-4794-667B-D521B38C4ADA}"/>
          </ac:picMkLst>
        </pc:picChg>
      </pc:sldChg>
    </pc:docChg>
  </pc:docChgLst>
  <pc:docChgLst>
    <pc:chgData name="Clement Lau" userId="26474102-de57-4bfe-955f-6e7a56139973" providerId="ADAL" clId="{2CAEDC5A-8E76-B94F-96B7-DEE297F0BC95}"/>
    <pc:docChg chg="modSld">
      <pc:chgData name="Clement Lau" userId="26474102-de57-4bfe-955f-6e7a56139973" providerId="ADAL" clId="{2CAEDC5A-8E76-B94F-96B7-DEE297F0BC95}" dt="2023-12-05T20:52:48.809" v="3" actId="931"/>
      <pc:docMkLst>
        <pc:docMk/>
      </pc:docMkLst>
      <pc:sldChg chg="addSp">
        <pc:chgData name="Clement Lau" userId="26474102-de57-4bfe-955f-6e7a56139973" providerId="ADAL" clId="{2CAEDC5A-8E76-B94F-96B7-DEE297F0BC95}" dt="2023-12-05T19:12:50.704" v="0" actId="931"/>
        <pc:sldMkLst>
          <pc:docMk/>
          <pc:sldMk cId="2815497390" sldId="263"/>
        </pc:sldMkLst>
        <pc:picChg chg="add">
          <ac:chgData name="Clement Lau" userId="26474102-de57-4bfe-955f-6e7a56139973" providerId="ADAL" clId="{2CAEDC5A-8E76-B94F-96B7-DEE297F0BC95}" dt="2023-12-05T19:12:50.704" v="0" actId="931"/>
          <ac:picMkLst>
            <pc:docMk/>
            <pc:sldMk cId="2815497390" sldId="263"/>
            <ac:picMk id="4" creationId="{EF4A795A-9408-2A68-D67E-018A438F0C7A}"/>
          </ac:picMkLst>
        </pc:picChg>
      </pc:sldChg>
      <pc:sldChg chg="addSp">
        <pc:chgData name="Clement Lau" userId="26474102-de57-4bfe-955f-6e7a56139973" providerId="ADAL" clId="{2CAEDC5A-8E76-B94F-96B7-DEE297F0BC95}" dt="2023-12-05T19:43:43.676" v="1" actId="931"/>
        <pc:sldMkLst>
          <pc:docMk/>
          <pc:sldMk cId="2348145677" sldId="264"/>
        </pc:sldMkLst>
        <pc:picChg chg="add">
          <ac:chgData name="Clement Lau" userId="26474102-de57-4bfe-955f-6e7a56139973" providerId="ADAL" clId="{2CAEDC5A-8E76-B94F-96B7-DEE297F0BC95}" dt="2023-12-05T19:43:43.676" v="1" actId="931"/>
          <ac:picMkLst>
            <pc:docMk/>
            <pc:sldMk cId="2348145677" sldId="264"/>
            <ac:picMk id="4" creationId="{BAC714A2-FBBF-598B-D835-50E4C44D7EB0}"/>
          </ac:picMkLst>
        </pc:picChg>
      </pc:sldChg>
      <pc:sldChg chg="addSp">
        <pc:chgData name="Clement Lau" userId="26474102-de57-4bfe-955f-6e7a56139973" providerId="ADAL" clId="{2CAEDC5A-8E76-B94F-96B7-DEE297F0BC95}" dt="2023-12-05T20:28:55.972" v="2" actId="931"/>
        <pc:sldMkLst>
          <pc:docMk/>
          <pc:sldMk cId="1540545850" sldId="270"/>
        </pc:sldMkLst>
        <pc:picChg chg="add">
          <ac:chgData name="Clement Lau" userId="26474102-de57-4bfe-955f-6e7a56139973" providerId="ADAL" clId="{2CAEDC5A-8E76-B94F-96B7-DEE297F0BC95}" dt="2023-12-05T20:28:55.972" v="2" actId="931"/>
          <ac:picMkLst>
            <pc:docMk/>
            <pc:sldMk cId="1540545850" sldId="270"/>
            <ac:picMk id="4" creationId="{2663FACE-81B8-F065-B56A-AD48E6F36493}"/>
          </ac:picMkLst>
        </pc:picChg>
      </pc:sldChg>
      <pc:sldChg chg="addSp">
        <pc:chgData name="Clement Lau" userId="26474102-de57-4bfe-955f-6e7a56139973" providerId="ADAL" clId="{2CAEDC5A-8E76-B94F-96B7-DEE297F0BC95}" dt="2023-12-05T20:52:48.809" v="3" actId="931"/>
        <pc:sldMkLst>
          <pc:docMk/>
          <pc:sldMk cId="3384304638" sldId="271"/>
        </pc:sldMkLst>
        <pc:picChg chg="add">
          <ac:chgData name="Clement Lau" userId="26474102-de57-4bfe-955f-6e7a56139973" providerId="ADAL" clId="{2CAEDC5A-8E76-B94F-96B7-DEE297F0BC95}" dt="2023-12-05T20:52:48.809" v="3" actId="931"/>
          <ac:picMkLst>
            <pc:docMk/>
            <pc:sldMk cId="3384304638" sldId="271"/>
            <ac:picMk id="5" creationId="{AF701A3C-69D7-D37F-ADA0-95B0823D5CE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5T19:13:40.1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738 78 24575,'-34'2'0,"0"1"0,-47 11 0,48-7 0,-1-1 0,-51 1 0,62-6 0,-41 7 0,41-4 0,-38 1 0,35-3 0,-50 9 0,47-6 0,24-4 0,1 1 0,-1 0 0,1 0 0,-1 0 0,1 0 0,0 0 0,0 1 0,0 0 0,0 0 0,0 0 0,0 0 0,1 1 0,0-1 0,-4 6 0,-6 9 0,-20 35 0,26-39 0,4-8 0,0 0 0,0 1 0,1-1 0,0 1 0,1-1 0,-1 1 0,1 0 0,0 10 0,3 61 0,0-33 0,-3 4 0,0-25 0,1 1 0,3 26 0,-2-44 0,0 0 0,1 0 0,0 0 0,0 0 0,0-1 0,1 1 0,0-1 0,0 0 0,0 0 0,1 0 0,8 10 0,5 1 0,0-2 0,2 0 0,-1-1 0,27 14 0,-31-18 0,25 20 0,-31-23 0,1 0 0,0 0 0,0-1 0,13 7 0,20 14 0,-37-23 0,0 1 0,1-2 0,-1 1 0,1 0 0,0-1 0,0 0 0,0-1 0,1 1 0,-1-1 0,9 1 0,34 5 0,67 21 0,-80-19 0,1-1 0,0-1 0,0-2 0,44 1 0,-49-6 0,37 7 0,-37-4 0,34 1 0,789-6 0,-823 0 0,38-7 0,-39 3 0,43 0 0,-37 5 0,3 1 0,1-2 0,66-9 0,-59 3 0,0 3 0,1 2 0,50 5 0,-4-1 0,958-2 0,-1027-1 0,47-9 0,-22 2 0,-1-1 0,-31 6 0,0 0 0,25-1 0,11 4 0,-16 1 0,0-1 0,73-12 0,-66 6 0,0 2 0,1 1 0,59 6 0,-12-1 0,-15 0 0,86-4 0,-109-7 0,-39 5 0,0 1 0,24 0 0,318 4 0,-337 0 0,41 7 0,-41-4 0,40 2 0,-36-5 0,0 2 0,28 6 0,-43-8 0,30 4 0,0-2 0,73-4 0,-32-1 0,-71 1 0,0 0 0,0-1 0,0-1 0,0 1 0,-1-2 0,12-4 0,40-10 0,-58 17 0,-1 1 0,0-1 0,-1 0 0,1 0 0,0 0 0,0 0 0,0-1 0,0 1 0,-1-1 0,1 1 0,-1-1 0,1 0 0,-1 0 0,0 0 0,0-1 0,0 1 0,0 0 0,0-1 0,0 1 0,-1-1 0,3-4 0,0-3 0,-1-1 0,0 1 0,0-1 0,-1 1 0,0-12 0,6-29 0,-4 28 0,0 0 0,-2 0 0,-1-1 0,0 0 0,-2 1 0,0-1 0,-7-29 0,4 36 0,4 13 0,-1 0 0,1 0 0,-1 0 0,0 0 0,0 0 0,-1 0 0,1 1 0,-1-1 0,0 0 0,0 1 0,0 0 0,0-1 0,-1 1 0,1 0 0,-6-4 0,-47-45 0,28 24 0,20 23 0,1 0 0,-1 0 0,0 0 0,0 1 0,0 0 0,-1 0 0,0 1 0,1 0 0,-1 0 0,-12-2 0,-8 0 0,-49-2 0,44 5 0,-26-6 0,40 4 0,1 1 0,-21 0 0,-1031 4 0,1037-2 0,-38-7 0,-25-2 0,59 10 0,14 0 0,1 0 0,-1-2 0,-39-7 0,35 4 0,-2 1 0,1 1 0,0 2 0,-33 2 0,29 0 0,0-1 0,-60-8 0,13-10 0,48 10 0,-1 1 0,0 2 0,-58-3 0,86 8 0,-10 1 0,0-1 0,0 0 0,0-1 0,0-1 0,0 0 0,1-1 0,-22-7 0,22 6 0,-1 0 0,-1 0 0,1 2 0,0 0 0,-1 0 0,-19 1 0,-11-1 0,-50-16 0,-36-2 0,73 13 0,26 2 0,-48-1 0,59 6 0,0 0 0,0-2 0,-36-7 0,-55-10 0,91 16 0,1 0 0,-1 2 0,-28 1 0,28 0 0,0 0 0,0-1 0,-24-5 0,-106-21 0,19 11 0,81 10 0,-1 2 0,-93 5 0,47 1 0,-3 0 0,-108-4 0,140-7 0,41 5 0,-47-2 0,-36 4 0,-116 5 0,211 0 34,0 0-1,-30 10 0,33-8-326,0-2 0,-1 1 0,1-1 0,-24 1 0,21-4-6533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5T19:48:28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757 96 24575,'-67'-2'0,"-74"4"0,85 7 0,39-5 0,0-2 0,-24 2 0,11-4 0,16-1 0,-1 1 0,1 0 0,-1 1 0,1 1 0,-1 0 0,1 1 0,0 1 0,-24 8 0,-6 1 0,38-12 0,0 1 0,0-1 0,0 1 0,1 0 0,-1 1 0,0-1 0,-8 6 0,9-4 0,0 0 0,0 0 0,1 1 0,-1 0 0,1 0 0,0 0 0,1 0 0,-1 1 0,-4 9 0,-19 57 0,22-56 0,2-9 0,0-1 0,0 0 0,0 0 0,-1 0 0,-5 6 0,6-8 0,0 0 0,0 1 0,0-1 0,0 1 0,1 0 0,0 0 0,0 0 0,0 0 0,-2 9 0,2-3 0,1 0 0,0 0 0,0 1 0,1-1 0,1 0 0,0 0 0,0 0 0,1 0 0,1 0 0,0 0 0,0 0 0,1 0 0,0-1 0,1 0 0,9 15 0,-8-16 0,-2-2 0,0 0 0,1-1 0,0 1 0,0-1 0,0 0 0,1 0 0,0-1 0,0 1 0,0-1 0,1-1 0,10 7 0,34 21 0,-40-23 0,1-1 0,20 10 0,-8-7 0,-17-6 0,2-1 0,-1-1 0,0 1 0,14 2 0,-11-2 0,0-1 0,-1 1 0,1 1 0,13 8 0,-13-7 0,0 0 0,1-1 0,18 5 0,-12-4 0,-1 0 0,18 10 0,-20-9 0,0-1 0,0 0 0,20 4 0,14 1 0,-12-2 0,-1-2 0,1-2 0,49 2 0,-60-6 0,0 1 0,-1 2 0,31 8 0,-30-6 0,0-1 0,53 3 0,297-9 0,-354 2 0,41 8 0,-40-5 0,38 1 0,-32-3 0,43 8 0,-23-3 0,0 1 0,-30-4 0,0-1 0,26 1 0,-15-4 0,1 2 0,40 6 0,64 12 0,-104-15 0,-1-2 0,60-2 0,-60-2 0,0 2 0,-1 0 0,35 8 0,-42-6 0,1 0 0,24-1 0,-25-1 0,0 0 0,31 7 0,-18-2 0,1-2 0,-1-2 0,0-1 0,36-4 0,11 1 0,-66 2 0,9 0 0,1 0 0,-1-2 0,41-8 0,-43 6 0,0 1 0,0 1 0,40 2 0,-40 1 0,0-2 0,0 0 0,40-7 0,24-9 0,25-6 0,-62 6 0,-36 11 0,1 1 0,0 1 0,0 0 0,0 1 0,30-2 0,-31 3 0,0 0 0,0-1 0,0 0 0,-1-1 0,1 0 0,19-10 0,23-8 0,-45 20 0,-1-1 0,0-1 0,0 0 0,0 0 0,0-1 0,0 0 0,-1-1 0,0 0 0,-1 0 0,1-1 0,-1 0 0,0-1 0,-1 0 0,9-10 0,5-11 0,-11 16 0,0 0 0,-1-1 0,7-16 0,4-5 0,-16 29 0,0 0 0,0 0 0,-1 0 0,0-1 0,0 1 0,-1-1 0,0 0 0,0 0 0,2-12 0,4-34 0,-6 43 0,0 1 0,-1-1 0,1 0 0,-2 0 0,1 1 0,-2-1 0,1 0 0,-1 0 0,-3-10 0,-43-123 0,43 135 0,0 0 0,0 1 0,-1 0 0,0 0 0,0 0 0,-1 0 0,0 1 0,-10-9 0,-14-16 0,18 18 0,-1 0 0,-1 1 0,0 1 0,-27-18 0,25 18 0,0 1 0,0 1 0,-1 1 0,0 0 0,-1 1 0,1 1 0,-2 0 0,1 2 0,0 0 0,-29-2 0,-37-3 0,59 5 0,-36-1 0,-504 5 0,552-1 0,-1 0 0,1-1 0,-14-4 0,-37-4 0,29 7 0,-63-13 0,66 10 0,1 1 0,-55-2 0,-347 7 0,407 2 0,-46 8 0,20-2 0,-45 9 0,66-10 0,0-1 0,-55 2 0,47-7 0,1 1 0,-40 9 0,-34 8 0,82-16 0,1-1 0,-46-3 0,-32 1 0,51 9 0,39-5 0,0-2 0,-24 2 0,-336-5 0,366 1-260,0-2 0,1 1-1,0-1 1,-11-4 0,20 6 196,-11-3-6762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0FB89-B78B-7330-0F63-F271B36D67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852C7-9A44-132B-1430-A3B8F40440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715EC2-F913-C1B8-D2A5-56E62AA34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4A42-2008-4376-A910-AB88B182AD20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AF73B-DD67-C460-7474-F990959A1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1EF82-185E-73C5-8C1C-43532FD2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8F0D-AB95-4183-B681-3ED8DA4C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504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EAC78-D156-F199-48AF-2D67D561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33FA5-E484-9217-7854-C8A1027C9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96DAF-4948-E49E-6DE4-F2B2FB9F6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4A42-2008-4376-A910-AB88B182AD20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654AF-3270-50B3-144F-DCF5F79E5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3D798-84F1-734D-D4C1-4593E6647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8F0D-AB95-4183-B681-3ED8DA4C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36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4EFD9-2972-DF6A-EF70-B38916DBF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AC966-E5F2-9DDD-B518-C32D241A1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E9B2F-5091-BE8F-5F41-CC471F9EC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4A42-2008-4376-A910-AB88B182AD20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58326-2FB3-6172-D176-FFE5A8C28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0B308-E1AC-2FF9-2CD3-997E763D8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8F0D-AB95-4183-B681-3ED8DA4C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51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C1DB-69B2-FF36-FA2B-E7A3DC45C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5CAE2-097A-017D-B574-A01C5E87C9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73B32-26D9-AFF2-EE6B-23F6EB697F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19D4FF-29A0-8312-8731-2B1E35DAE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4A42-2008-4376-A910-AB88B182AD20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DFE1B-D321-0C29-E4BB-AB6528B59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862A3-2210-F8D2-1DCF-2F7707A4E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8F0D-AB95-4183-B681-3ED8DA4C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3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99B6-71A2-986D-B945-6A4CC7B77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E7680-994F-F1E0-ABAC-3B9B578BC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DC992-DFB4-48E8-76B4-CD45CA899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CEB1A3-899F-9D94-E1D7-511EA8145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D8579D-B0BE-3881-600C-C31365161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9A3D71-9B79-938C-6C4A-6BE35A056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4A42-2008-4376-A910-AB88B182AD20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7996E2-6D5B-D7EA-4C62-625B7FD7B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FB081C-9C04-EEF7-0DFC-C3682413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8F0D-AB95-4183-B681-3ED8DA4C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29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66649-8AD4-680D-72DE-01844F67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C5B27A-1E4B-0ECF-D231-A39F3A7AB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4A42-2008-4376-A910-AB88B182AD20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FF0AB-42E0-3014-E54E-F17BF8F16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7D93E-ED51-BCEA-3BA4-22EBC072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8F0D-AB95-4183-B681-3ED8DA4C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4833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48D658-1926-3DAE-D69E-E2CBFC772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4A42-2008-4376-A910-AB88B182AD20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D580AC-8C31-7E47-DAB9-B6897802C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549BB-3392-BCCA-1E22-F535AEB78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8F0D-AB95-4183-B681-3ED8DA4C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434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19A8B-141F-C39D-899A-6BE585346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37F79-E6C9-0A1C-52FD-F5D8CC2E1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91FDE-EC95-F49F-FB83-D537CF3B1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1FBED-764D-B724-849A-6FC68B152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4A42-2008-4376-A910-AB88B182AD20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8ECD92-901E-9CF2-344E-15883EE05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0C99E0-0357-332D-D4EE-AF87866D2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8F0D-AB95-4183-B681-3ED8DA4C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932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2E5E7-1C5E-BD89-8888-9D289A460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6AC7BD-FA69-84A5-A8D2-E609E665A1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F4B094-D953-7482-F935-022C4BF64A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C4A02-904C-09E1-79C0-7E90573D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4A42-2008-4376-A910-AB88B182AD20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1AE232-0B69-8112-1A6A-868ADCD70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700F9-542C-5EB1-690F-79DDF70E7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8F0D-AB95-4183-B681-3ED8DA4C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7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83EA7-5DDE-EAE6-DCCA-64E61301A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1A9C06-51DD-5539-46AA-12E3B3294F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F9EF18-7265-CAD1-0AE8-7985693BC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4A42-2008-4376-A910-AB88B182AD20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2973F-3BEF-4AA1-9716-07ADF68F6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2420D-EDF0-948C-7918-727C0270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8F0D-AB95-4183-B681-3ED8DA4C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18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E0E726-55F8-1074-293E-C86BD118BC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11552-EB18-892D-2030-EDA0A96C3F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7BA8B-42A7-DB59-9B51-0EDB9C54A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04A42-2008-4376-A910-AB88B182AD20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7823C-9D48-03C4-E06B-1D4B6202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F6FC5-C9F5-1A3A-F518-83CB4D362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88F0D-AB95-4183-B681-3ED8DA4C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20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F02DEB-9B14-4054-EA0C-1CDCCBB73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B8EBF-BE8A-310E-C27E-C03D185BB7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04BB7-A5D8-137B-913B-1D82DB437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04A42-2008-4376-A910-AB88B182AD20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7C50D-79EB-0C7C-BE81-CF6E6EE0A7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43AE0-AEF9-6CFE-2870-907935582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88F0D-AB95-4183-B681-3ED8DA4C6C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770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hl55/github-tutorial" TargetMode="External"/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3F4A89D-2BD8-39DE-4B62-B9E4A0F056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2731" y="1542402"/>
            <a:ext cx="5186842" cy="2387918"/>
          </a:xfrm>
        </p:spPr>
        <p:txBody>
          <a:bodyPr anchor="b">
            <a:normAutofit/>
          </a:bodyPr>
          <a:lstStyle/>
          <a:p>
            <a:r>
              <a:rPr lang="en-CA" sz="5200" b="1" dirty="0">
                <a:solidFill>
                  <a:schemeClr val="tx2"/>
                </a:solidFill>
              </a:rPr>
              <a:t>GitHub</a:t>
            </a:r>
            <a:endParaRPr lang="en-US" sz="5200" b="1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24618E-0FD6-55E6-F7F5-76D1159463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2135" y="4001587"/>
            <a:ext cx="5188034" cy="682079"/>
          </a:xfrm>
        </p:spPr>
        <p:txBody>
          <a:bodyPr>
            <a:normAutofit/>
          </a:bodyPr>
          <a:lstStyle/>
          <a:p>
            <a:r>
              <a:rPr lang="en-CA">
                <a:solidFill>
                  <a:schemeClr val="tx2"/>
                </a:solidFill>
              </a:rPr>
              <a:t>By Clement</a:t>
            </a:r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85093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508FAEA2-7CAD-E4BC-1A30-A3441752D99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84" r="43557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5B14F1-099C-1F2A-1347-CA1F39B2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CA" sz="4000"/>
              <a:t>What is GitHub?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DF273-9A77-4B42-C752-66BF175476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CA" sz="2000" dirty="0"/>
              <a:t>Think of it as an online storage for programming code </a:t>
            </a:r>
          </a:p>
          <a:p>
            <a:r>
              <a:rPr lang="en-CA" sz="2000" dirty="0"/>
              <a:t>Can collaborate with others</a:t>
            </a:r>
          </a:p>
          <a:p>
            <a:r>
              <a:rPr lang="en-CA" sz="2000" dirty="0"/>
              <a:t>For this crash course, no technical experience needed!</a:t>
            </a:r>
          </a:p>
          <a:p>
            <a:r>
              <a:rPr lang="en-CA" sz="2000" dirty="0"/>
              <a:t>All you need is a working phone/laptop (preferred)</a:t>
            </a:r>
          </a:p>
        </p:txBody>
      </p:sp>
    </p:spTree>
    <p:extLst>
      <p:ext uri="{BB962C8B-B14F-4D97-AF65-F5344CB8AC3E}">
        <p14:creationId xmlns:p14="http://schemas.microsoft.com/office/powerpoint/2010/main" val="1380963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50D9BE37-34D6-DE9F-E209-88DB3FE4B4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877" r="2" b="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FF9425-E51E-EE14-3F42-321328F69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CA" sz="4000"/>
              <a:t>Why am I teaching GitHub?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65AD4-3815-06E7-19CB-1958C1DF4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CA" sz="2000" dirty="0"/>
              <a:t>Most popular hosting platform for software projects</a:t>
            </a:r>
          </a:p>
          <a:p>
            <a:r>
              <a:rPr lang="en-CA" sz="2000" dirty="0"/>
              <a:t>Often mistakenly assumed as “common knowledge”</a:t>
            </a:r>
          </a:p>
          <a:p>
            <a:r>
              <a:rPr lang="en-CA" sz="2000" dirty="0"/>
              <a:t>Even though I have been developing software for the past 3 years, I only learned about this in CMPT 276</a:t>
            </a:r>
          </a:p>
          <a:p>
            <a:r>
              <a:rPr lang="en-CA" sz="2000" dirty="0"/>
              <a:t>Seems difficult at first glance, but it is quite simple and intuitive!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73300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FCD9D-5812-2E94-DF77-20EE4E2D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CA" sz="3200"/>
              <a:t>Why could this be useful to you?</a:t>
            </a:r>
            <a:endParaRPr lang="en-US" sz="3200"/>
          </a:p>
        </p:txBody>
      </p:sp>
      <p:pic>
        <p:nvPicPr>
          <p:cNvPr id="5" name="Picture 4" descr="Magnifying glass on clear background">
            <a:extLst>
              <a:ext uri="{FF2B5EF4-FFF2-40B4-BE49-F238E27FC236}">
                <a16:creationId xmlns:a16="http://schemas.microsoft.com/office/drawing/2014/main" id="{1E68B64D-E315-7B03-675D-26B96F5C8C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071" r="11791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A60281-0885-D93D-DA2E-BDC3CD2BF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>
            <a:normAutofit/>
          </a:bodyPr>
          <a:lstStyle/>
          <a:p>
            <a:r>
              <a:rPr lang="en-CA" sz="2000" dirty="0"/>
              <a:t>If you are interested in developing software</a:t>
            </a:r>
          </a:p>
          <a:p>
            <a:r>
              <a:rPr lang="en-CA" sz="2000" dirty="0"/>
              <a:t>A software you need is only available on GitHub</a:t>
            </a:r>
          </a:p>
          <a:p>
            <a:r>
              <a:rPr lang="en-CA" sz="2000" dirty="0"/>
              <a:t>Your friend asks you to try out their app</a:t>
            </a:r>
          </a:p>
          <a:p>
            <a:endParaRPr lang="en-CA" sz="2000" dirty="0"/>
          </a:p>
          <a:p>
            <a:r>
              <a:rPr lang="en-CA" sz="2000" dirty="0"/>
              <a:t>For this crash course, we’ll pretend that you are in scenario 3!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36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55E042-F600-0DAC-9C32-78474C617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CA" sz="4000"/>
              <a:t>Some GitHub terminology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8E75A-5E7F-C105-0BDF-51855AF70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CA" sz="2000" dirty="0"/>
              <a:t>Repository (Repo): Think of it as a space to hold a project, like a EDUC 100W folder on your computer that holds your assignments for this course.</a:t>
            </a:r>
          </a:p>
          <a:p>
            <a:r>
              <a:rPr lang="en-US" sz="2000" dirty="0"/>
              <a:t>Commit: In simple terms, it’s like saving your changes. When you commit, your changes are uploaded.</a:t>
            </a:r>
          </a:p>
          <a:p>
            <a:r>
              <a:rPr lang="en-US" sz="2000" dirty="0"/>
              <a:t>Code: Doesn’t necessarily have to be programming code, even files, images, anything in the repository count as well.</a:t>
            </a:r>
            <a:endParaRPr lang="en-CA" sz="2000" dirty="0"/>
          </a:p>
        </p:txBody>
      </p:sp>
      <p:pic>
        <p:nvPicPr>
          <p:cNvPr id="5" name="Picture 4" descr="Topview of mint green workspace with laptop, coffee, notebook, pen, glasses, and mouse">
            <a:extLst>
              <a:ext uri="{FF2B5EF4-FFF2-40B4-BE49-F238E27FC236}">
                <a16:creationId xmlns:a16="http://schemas.microsoft.com/office/drawing/2014/main" id="{243804D3-5E29-417D-AABD-78715DEC01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599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252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56EB3-05BB-291A-0E96-1D4AEED8D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CA" sz="4000"/>
              <a:t>Create your GitHub account!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4650A-62AD-758C-1DF4-77199CF61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CA" sz="2000" dirty="0">
                <a:hlinkClick r:id="rId2"/>
              </a:rPr>
              <a:t>https://github.com</a:t>
            </a:r>
            <a:endParaRPr lang="en-CA" sz="2000" dirty="0"/>
          </a:p>
          <a:p>
            <a:r>
              <a:rPr lang="en-CA" sz="2000" dirty="0"/>
              <a:t>Sign up using your email</a:t>
            </a:r>
          </a:p>
          <a:p>
            <a:r>
              <a:rPr lang="en-CA" sz="2000" dirty="0"/>
              <a:t>Let me know your username once you are done</a:t>
            </a:r>
          </a:p>
          <a:p>
            <a:endParaRPr lang="en-CA" sz="2000" dirty="0"/>
          </a:p>
          <a:p>
            <a:pPr marL="0" indent="0" algn="ctr">
              <a:buNone/>
            </a:pPr>
            <a:r>
              <a:rPr lang="en-CA" sz="2000" dirty="0"/>
              <a:t>Head to this link afterwards</a:t>
            </a:r>
            <a:endParaRPr lang="en-US" sz="2000" dirty="0">
              <a:hlinkClick r:id="rId3"/>
            </a:endParaRPr>
          </a:p>
          <a:p>
            <a:pPr marL="0" indent="0" algn="ctr">
              <a:buNone/>
            </a:pPr>
            <a:r>
              <a:rPr lang="en-US" sz="2000" dirty="0">
                <a:hlinkClick r:id="rId3"/>
              </a:rPr>
              <a:t>https://github.com/chl55/github-tutorial</a:t>
            </a:r>
            <a:endParaRPr lang="en-CA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 descr="Red drawing pins on a map">
            <a:extLst>
              <a:ext uri="{FF2B5EF4-FFF2-40B4-BE49-F238E27FC236}">
                <a16:creationId xmlns:a16="http://schemas.microsoft.com/office/drawing/2014/main" id="{2689F214-D064-6D9A-2882-68F3BD4731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963" r="24793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703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3ED1A3-1DB9-D79C-AB33-6A1E729AF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666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2A0B9B-77D6-8C89-66B0-C771F72B8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You should see something like this!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045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Technological background">
            <a:extLst>
              <a:ext uri="{FF2B5EF4-FFF2-40B4-BE49-F238E27FC236}">
                <a16:creationId xmlns:a16="http://schemas.microsoft.com/office/drawing/2014/main" id="{05ECAB2F-935E-429D-15BD-BB28034039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03" r="31138" b="-2"/>
          <a:stretch/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5D2DBD-AF26-11B1-189F-960FFF498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CA" sz="4000"/>
              <a:t>Project Structure</a:t>
            </a:r>
            <a:endParaRPr lang="en-US" sz="400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92EB89E1-BA1E-09D6-E4DB-AE6C47285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2743200"/>
            <a:ext cx="5247340" cy="3496878"/>
          </a:xfrm>
        </p:spPr>
        <p:txBody>
          <a:bodyPr anchor="ctr">
            <a:normAutofit/>
          </a:bodyPr>
          <a:lstStyle/>
          <a:p>
            <a:r>
              <a:rPr lang="en-CA" sz="2000" dirty="0"/>
              <a:t>README.md: Contains information the user should know</a:t>
            </a:r>
          </a:p>
          <a:p>
            <a:r>
              <a:rPr lang="en-CA" sz="2000" dirty="0"/>
              <a:t>LICENSE: License of the project</a:t>
            </a:r>
          </a:p>
          <a:p>
            <a:r>
              <a:rPr lang="en-CA" sz="2000" dirty="0" err="1"/>
              <a:t>src</a:t>
            </a:r>
            <a:r>
              <a:rPr lang="en-CA" sz="2000" dirty="0"/>
              <a:t>: Contains the source code</a:t>
            </a:r>
          </a:p>
          <a:p>
            <a:r>
              <a:rPr lang="en-CA" sz="2000" dirty="0"/>
              <a:t>And some other folders and files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47578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E9F6D-6681-06E3-C4A4-1F58B8989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CA" sz="4000"/>
              <a:t>Download a file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11C21-3A16-9DC1-4A7B-25BAAD28D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CA" sz="2000" dirty="0"/>
              <a:t>For this step, you will download some files</a:t>
            </a:r>
          </a:p>
          <a:p>
            <a:r>
              <a:rPr lang="en-CA" sz="2000" dirty="0"/>
              <a:t>Click on the apps folder and you should see three files</a:t>
            </a:r>
          </a:p>
          <a:p>
            <a:r>
              <a:rPr lang="en-CA" sz="2000" dirty="0"/>
              <a:t>For mobile: download Blackjack.html</a:t>
            </a:r>
          </a:p>
          <a:p>
            <a:r>
              <a:rPr lang="en-CA" sz="2000" dirty="0"/>
              <a:t>For laptops: download any of the two files</a:t>
            </a:r>
          </a:p>
          <a:p>
            <a:endParaRPr lang="en-CA" sz="2000" dirty="0"/>
          </a:p>
          <a:p>
            <a:r>
              <a:rPr lang="en-CA" sz="2000" dirty="0"/>
              <a:t>Next, try to run it! If you downloaded Clock and it not work, download the Blackjack!</a:t>
            </a:r>
            <a:endParaRPr lang="en-US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4A795A-9408-2A68-D67E-018A438F0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8805" y="909081"/>
            <a:ext cx="3524853" cy="507173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FC408EE-D871-D96B-0EDC-F73C124F5E62}"/>
                  </a:ext>
                </a:extLst>
              </p14:cNvPr>
              <p14:cNvContentPartPr/>
              <p14:nvPr/>
            </p14:nvContentPartPr>
            <p14:xfrm>
              <a:off x="8573560" y="5471840"/>
              <a:ext cx="2182320" cy="3740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FC408EE-D871-D96B-0EDC-F73C124F5E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64560" y="5462840"/>
                <a:ext cx="2199960" cy="39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15497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2205-9AC6-55E2-23F0-F70147FB8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5219307" cy="1616203"/>
          </a:xfrm>
        </p:spPr>
        <p:txBody>
          <a:bodyPr anchor="b">
            <a:normAutofit/>
          </a:bodyPr>
          <a:lstStyle/>
          <a:p>
            <a:r>
              <a:rPr lang="en-CA" sz="3200"/>
              <a:t>Add your review!</a:t>
            </a:r>
            <a:endParaRPr lang="en-US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EC1ED-EA47-5D1A-CFFD-DE96A3B667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2" y="2533476"/>
            <a:ext cx="5219307" cy="3447832"/>
          </a:xfrm>
        </p:spPr>
        <p:txBody>
          <a:bodyPr anchor="t">
            <a:normAutofit/>
          </a:bodyPr>
          <a:lstStyle/>
          <a:p>
            <a:r>
              <a:rPr lang="en-CA" sz="1700" dirty="0"/>
              <a:t>Imagine your friend wants you to add your review of the app.</a:t>
            </a:r>
          </a:p>
          <a:p>
            <a:r>
              <a:rPr lang="en-CA" sz="1700" dirty="0"/>
              <a:t>Go to the reviews folder, then click on Create new file</a:t>
            </a:r>
          </a:p>
          <a:p>
            <a:r>
              <a:rPr lang="en-CA" sz="1700" dirty="0"/>
              <a:t>Name your file after your first name</a:t>
            </a:r>
          </a:p>
          <a:p>
            <a:r>
              <a:rPr lang="en-CA" sz="1700" dirty="0"/>
              <a:t>Enter your review! (If you can’t think of anything, just type in “Hello World!”)</a:t>
            </a:r>
          </a:p>
          <a:p>
            <a:r>
              <a:rPr lang="en-CA" sz="1700" dirty="0"/>
              <a:t>Once you are done, click on “Commit changes”</a:t>
            </a:r>
          </a:p>
          <a:p>
            <a:r>
              <a:rPr lang="en-CA" sz="1700" dirty="0"/>
              <a:t>You can modify your commit message (optional)</a:t>
            </a:r>
          </a:p>
          <a:p>
            <a:r>
              <a:rPr lang="en-CA" sz="1700" dirty="0"/>
              <a:t>Click on “Commit changes” once you are done!</a:t>
            </a:r>
            <a:endParaRPr lang="en-US" sz="17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C714A2-FBBF-598B-D835-50E4C44D7E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89" b="2"/>
          <a:stretch/>
        </p:blipFill>
        <p:spPr>
          <a:xfrm>
            <a:off x="7015163" y="877413"/>
            <a:ext cx="4300543" cy="5043096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42598CC-934A-7BCD-C691-B2FE74CED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015162" y="5858828"/>
            <a:ext cx="4300544" cy="123363"/>
            <a:chOff x="7015162" y="5858828"/>
            <a:chExt cx="4300544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ACD0983-348C-E24F-6839-EA2014B9D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1174876-930F-4902-5A02-2742055662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7DF011E-BB5A-06D3-A45C-5320ADFF57D9}"/>
                  </a:ext>
                </a:extLst>
              </p14:cNvPr>
              <p14:cNvContentPartPr/>
              <p14:nvPr/>
            </p14:nvContentPartPr>
            <p14:xfrm>
              <a:off x="8857960" y="2708840"/>
              <a:ext cx="1518480" cy="4021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7DF011E-BB5A-06D3-A45C-5320ADFF57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848960" y="2699840"/>
                <a:ext cx="1536120" cy="41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81456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ot air balloon taking off in desert under Milky Way">
            <a:extLst>
              <a:ext uri="{FF2B5EF4-FFF2-40B4-BE49-F238E27FC236}">
                <a16:creationId xmlns:a16="http://schemas.microsoft.com/office/drawing/2014/main" id="{8228806C-039E-C9AC-28BA-643E4BC58D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6357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FAB4E8-FFCC-60F5-E728-FC3F71AD1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rgbClr val="FFFFFF"/>
                </a:solidFill>
              </a:rPr>
              <a:t>Great job!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3954A-9E35-429F-903E-812D72112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</a:rPr>
              <a:t>You have successfully published your review onto the repository!</a:t>
            </a:r>
          </a:p>
        </p:txBody>
      </p:sp>
    </p:spTree>
    <p:extLst>
      <p:ext uri="{BB962C8B-B14F-4D97-AF65-F5344CB8AC3E}">
        <p14:creationId xmlns:p14="http://schemas.microsoft.com/office/powerpoint/2010/main" val="2929814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604CA-E470-6749-A10C-F0EE371FF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CA" sz="4000"/>
              <a:t>Something more advanced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E68EA-615C-0D0A-6409-CA3A96A2E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CA" sz="2000" dirty="0"/>
              <a:t>Code: Where the code is located</a:t>
            </a:r>
          </a:p>
          <a:p>
            <a:r>
              <a:rPr lang="en-CA" sz="2000" dirty="0"/>
              <a:t>Issues: You can create issues for issues related to the code! You can create issues for features, proposals as well!</a:t>
            </a:r>
          </a:p>
          <a:p>
            <a:r>
              <a:rPr lang="en-CA" sz="2000" dirty="0"/>
              <a:t>Good rule of thumb: When you want to make changes to the code, create an issue about it!</a:t>
            </a:r>
          </a:p>
          <a:p>
            <a:r>
              <a:rPr lang="en-CA" sz="2000" dirty="0"/>
              <a:t>Pull requests: The name is a bit misleading, but it means merging your branch that contains code into the default branch (usually main). Instead of pull request, maybe it should be renamed to merge request!</a:t>
            </a:r>
            <a:endParaRPr lang="en-US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CC53B2-ECAD-B89F-948E-F7278D33F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2902777"/>
            <a:ext cx="4170530" cy="108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89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1795FD-111B-6E8C-5BCD-EAC7CC124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CA"/>
              <a:t>So, what are branches?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C8BB5-5631-3B55-4443-A6B9CEA22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925" y="553454"/>
            <a:ext cx="9779318" cy="2469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EC92A-5796-1BBD-BBF9-CFA817378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rmAutofit lnSpcReduction="10000"/>
          </a:bodyPr>
          <a:lstStyle/>
          <a:p>
            <a:r>
              <a:rPr lang="en-CA" sz="2000" dirty="0"/>
              <a:t>Recall commits – they are snapshots of changes</a:t>
            </a:r>
          </a:p>
          <a:p>
            <a:r>
              <a:rPr lang="en-CA" sz="2000" dirty="0"/>
              <a:t>You can think of branches as a series of changes</a:t>
            </a:r>
          </a:p>
          <a:p>
            <a:r>
              <a:rPr lang="en-CA" sz="2000" dirty="0"/>
              <a:t>The “default” branch is usually named main or master</a:t>
            </a:r>
          </a:p>
          <a:p>
            <a:r>
              <a:rPr lang="en-CA" sz="2000" dirty="0"/>
              <a:t>You usually create a branch to solve an issue</a:t>
            </a:r>
          </a:p>
          <a:p>
            <a:r>
              <a:rPr lang="en-CA" sz="2000" dirty="0"/>
              <a:t>Once you are done, you merge your branch back to another branch through pull request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420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9EAD55-5D85-1F5D-1924-74411FFE9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CA" dirty="0"/>
              <a:t>Why branches and pull requests?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FB8F31-E025-8633-12A5-5BAEE2F35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925" y="553454"/>
            <a:ext cx="9779318" cy="24692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B41A3-422F-0D2C-1340-5C8413D39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0779" y="3884452"/>
            <a:ext cx="5723021" cy="2398713"/>
          </a:xfrm>
        </p:spPr>
        <p:txBody>
          <a:bodyPr anchor="ctr">
            <a:normAutofit lnSpcReduction="10000"/>
          </a:bodyPr>
          <a:lstStyle/>
          <a:p>
            <a:r>
              <a:rPr lang="en-CA" sz="2000" dirty="0"/>
              <a:t>Usually, you want to keep the main branch clean</a:t>
            </a:r>
          </a:p>
          <a:p>
            <a:r>
              <a:rPr lang="en-CA" sz="2000" dirty="0"/>
              <a:t>It should always be in working condition</a:t>
            </a:r>
          </a:p>
          <a:p>
            <a:r>
              <a:rPr lang="en-CA" sz="2000" dirty="0"/>
              <a:t>Commit history should be clean as well</a:t>
            </a:r>
          </a:p>
          <a:p>
            <a:r>
              <a:rPr lang="en-CA" sz="2000" dirty="0"/>
              <a:t>Thus, the main branch is often protected, and you cannot commit directly</a:t>
            </a:r>
          </a:p>
          <a:p>
            <a:r>
              <a:rPr lang="en-CA" sz="2000" dirty="0"/>
              <a:t>Pull requests allow others to review your code before you merge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957266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EEDB10-E3E0-3BC3-3ED8-126BFAEE0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CA" sz="4000"/>
              <a:t>Rate the app out of 10!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BE953-658C-6492-15CF-560854F0D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 fontScale="85000" lnSpcReduction="20000"/>
          </a:bodyPr>
          <a:lstStyle/>
          <a:p>
            <a:r>
              <a:rPr lang="en-CA" sz="2000" dirty="0"/>
              <a:t>Now, your friend wants you to rate their app out of 10.</a:t>
            </a:r>
          </a:p>
          <a:p>
            <a:r>
              <a:rPr lang="en-CA" sz="2000" dirty="0"/>
              <a:t>Since the project is now more complicated, a branch protection rule is set up. You will have to use branches and pull requests.</a:t>
            </a:r>
          </a:p>
          <a:p>
            <a:r>
              <a:rPr lang="en-CA" sz="2000" dirty="0"/>
              <a:t>To start, create your first issue! Go to the issues tab, then click on New</a:t>
            </a:r>
            <a:endParaRPr lang="en-US" sz="2000" dirty="0"/>
          </a:p>
          <a:p>
            <a:r>
              <a:rPr lang="en-US" sz="2000" dirty="0"/>
              <a:t>Title your issue “Name’s review” (e.g. </a:t>
            </a:r>
            <a:r>
              <a:rPr lang="en-US" sz="2000" dirty="0" err="1"/>
              <a:t>Clement’s</a:t>
            </a:r>
            <a:r>
              <a:rPr lang="en-US" sz="2000" dirty="0"/>
              <a:t> review)</a:t>
            </a:r>
          </a:p>
          <a:p>
            <a:r>
              <a:rPr lang="en-US" sz="2000" dirty="0"/>
              <a:t>Assign yourself for “Assignees”</a:t>
            </a:r>
          </a:p>
          <a:p>
            <a:r>
              <a:rPr lang="en-US" sz="2000" dirty="0"/>
              <a:t>Apply the “review” label</a:t>
            </a:r>
          </a:p>
          <a:p>
            <a:r>
              <a:rPr lang="en-US" sz="2000" dirty="0"/>
              <a:t>Select the “Add Your Review!” milestone</a:t>
            </a:r>
          </a:p>
          <a:p>
            <a:r>
              <a:rPr lang="en-US" sz="2000" dirty="0"/>
              <a:t>Click on “Submit new issue”</a:t>
            </a:r>
          </a:p>
          <a:p>
            <a:r>
              <a:rPr lang="en-US" sz="2000" dirty="0"/>
              <a:t>Once you are done, remember your issue number!</a:t>
            </a:r>
            <a:endParaRPr lang="en-CA" sz="2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BB60CA-AAF4-CB40-A7BC-6E34366B9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669" y="2253066"/>
            <a:ext cx="4977402" cy="257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45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65099-D92B-2237-FF3A-5486B15F3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5334000" cy="1708246"/>
          </a:xfrm>
        </p:spPr>
        <p:txBody>
          <a:bodyPr anchor="ctr">
            <a:normAutofit/>
          </a:bodyPr>
          <a:lstStyle/>
          <a:p>
            <a:r>
              <a:rPr lang="en-CA" sz="4000"/>
              <a:t>Create your rating file!</a:t>
            </a:r>
            <a:endParaRPr lang="en-US" sz="4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EADE64-FB8D-4E16-92F2-0388C0BA0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4" y="2470245"/>
            <a:ext cx="5334006" cy="3769835"/>
          </a:xfrm>
        </p:spPr>
        <p:txBody>
          <a:bodyPr anchor="ctr">
            <a:normAutofit/>
          </a:bodyPr>
          <a:lstStyle/>
          <a:p>
            <a:r>
              <a:rPr lang="en-CA" sz="1700" dirty="0"/>
              <a:t>Your friend made a ratings folder to compile all your ratings</a:t>
            </a:r>
          </a:p>
          <a:p>
            <a:r>
              <a:rPr lang="en-CA" sz="1700" dirty="0"/>
              <a:t>Navigate to ratings, then create a new file again. Name it after yourself</a:t>
            </a:r>
          </a:p>
          <a:p>
            <a:r>
              <a:rPr lang="en-CA" sz="1700" dirty="0"/>
              <a:t>In the file, add your rating out of 10</a:t>
            </a:r>
          </a:p>
          <a:p>
            <a:r>
              <a:rPr lang="en-CA" sz="1700" dirty="0"/>
              <a:t>Once again, you can enter a custom commit message if you like</a:t>
            </a:r>
          </a:p>
          <a:p>
            <a:r>
              <a:rPr lang="en-CA" sz="1700" dirty="0"/>
              <a:t>Now, it will prompt you to create a new branch this time</a:t>
            </a:r>
          </a:p>
          <a:p>
            <a:r>
              <a:rPr lang="en-CA" sz="1700" dirty="0"/>
              <a:t>Name your branch in the format “issue/name”. For example, 7/Clement</a:t>
            </a:r>
          </a:p>
          <a:p>
            <a:r>
              <a:rPr lang="en-CA" sz="1700" dirty="0"/>
              <a:t>Click on Propose changes!</a:t>
            </a:r>
            <a:endParaRPr lang="en-US" sz="17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D05C9B4-B5C9-2D4D-23C9-CEE72646F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81800" y="-1"/>
            <a:ext cx="5410200" cy="685800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66700" dist="215900" dir="858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701A3C-69D7-D37F-ADA0-95B0823D5C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5628" y="753692"/>
            <a:ext cx="3342545" cy="53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304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FE1EC756-41E9-4FD6-AD48-EF46A2813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66F6371-9EA5-9354-29DC-1D07B921F7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4290"/>
            <a:ext cx="12192000" cy="1733407"/>
          </a:xfrm>
          <a:prstGeom prst="rect">
            <a:avLst/>
          </a:prstGeom>
          <a:ln>
            <a:noFill/>
          </a:ln>
          <a:effectLst>
            <a:outerShdw blurRad="254000" dist="381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210E4-9D54-3054-DDCB-5D7D9C48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95" y="307447"/>
            <a:ext cx="10693884" cy="1109932"/>
          </a:xfrm>
        </p:spPr>
        <p:txBody>
          <a:bodyPr>
            <a:normAutofit/>
          </a:bodyPr>
          <a:lstStyle/>
          <a:p>
            <a:r>
              <a:rPr lang="en-CA" sz="4000"/>
              <a:t>Open a pull request!</a:t>
            </a:r>
            <a:endParaRPr lang="en-US" sz="4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FD0F57-432C-AEAD-D65B-B78EFB515E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2" y="2489636"/>
            <a:ext cx="5804955" cy="351199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FA50C-FC81-E382-C33E-FA77CFD7A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0509" y="2357888"/>
            <a:ext cx="4265370" cy="3902635"/>
          </a:xfrm>
        </p:spPr>
        <p:txBody>
          <a:bodyPr anchor="ctr">
            <a:normAutofit/>
          </a:bodyPr>
          <a:lstStyle/>
          <a:p>
            <a:r>
              <a:rPr lang="en-CA" sz="1600" dirty="0"/>
              <a:t>Usually pull requests require approvals from others, but we will skip that for this crash course</a:t>
            </a:r>
          </a:p>
          <a:p>
            <a:r>
              <a:rPr lang="en-CA" sz="1600" dirty="0"/>
              <a:t>Once you click the button, you will be asked to create a pull request</a:t>
            </a:r>
          </a:p>
          <a:p>
            <a:r>
              <a:rPr lang="en-CA" sz="1600" dirty="0"/>
              <a:t>Similarly, assign yourself, apply the review label and the “Add Your Review!” milestone</a:t>
            </a:r>
          </a:p>
          <a:p>
            <a:r>
              <a:rPr lang="en-CA" sz="1600" dirty="0"/>
              <a:t>In the description, add “closes #issue”. This will automatically link your pull request to the issue you created earlier</a:t>
            </a:r>
          </a:p>
          <a:p>
            <a:r>
              <a:rPr lang="en-CA" sz="1600" dirty="0"/>
              <a:t>Create your pull request!</a:t>
            </a:r>
          </a:p>
          <a:p>
            <a:r>
              <a:rPr lang="en-CA" sz="1600" dirty="0"/>
              <a:t>Once you create it, you should be able to merge it into main. Click the Merge pull request button to merge</a:t>
            </a:r>
          </a:p>
        </p:txBody>
      </p:sp>
    </p:spTree>
    <p:extLst>
      <p:ext uri="{BB962C8B-B14F-4D97-AF65-F5344CB8AC3E}">
        <p14:creationId xmlns:p14="http://schemas.microsoft.com/office/powerpoint/2010/main" val="4271769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1FDCCC3-920F-43F6-DD97-D9B994520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622"/>
            <a:ext cx="12192000" cy="6894986"/>
            <a:chOff x="0" y="-7622"/>
            <a:chExt cx="12192000" cy="689498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9990802-8CAD-3410-772E-766C38FBF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0" y="-7621"/>
              <a:ext cx="12192000" cy="6887364"/>
            </a:xfrm>
            <a:prstGeom prst="rect">
              <a:avLst/>
            </a:prstGeom>
            <a:gradFill>
              <a:gsLst>
                <a:gs pos="8000">
                  <a:schemeClr val="accent5"/>
                </a:gs>
                <a:gs pos="100000">
                  <a:schemeClr val="accent2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9CF0F51-7220-9933-BAEE-8EDE4FE1F4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9" y="0"/>
              <a:ext cx="8216919" cy="6887364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  <a:alpha val="79000"/>
                  </a:schemeClr>
                </a:gs>
                <a:gs pos="40000">
                  <a:schemeClr val="accent5">
                    <a:lumMod val="60000"/>
                    <a:lumOff val="40000"/>
                    <a:alpha val="0"/>
                  </a:schemeClr>
                </a:gs>
              </a:gsLst>
              <a:lin ang="192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21669C9-C34A-0613-D0DF-E0B0A749F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39978" y="-7622"/>
              <a:ext cx="8451623" cy="6887367"/>
            </a:xfrm>
            <a:prstGeom prst="rect">
              <a:avLst/>
            </a:prstGeom>
            <a:gradFill>
              <a:gsLst>
                <a:gs pos="0">
                  <a:schemeClr val="accent5">
                    <a:lumMod val="75000"/>
                    <a:alpha val="67000"/>
                  </a:schemeClr>
                </a:gs>
                <a:gs pos="60000">
                  <a:schemeClr val="accent5">
                    <a:alpha val="0"/>
                  </a:scheme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055A15-F7E5-A04E-DAAA-5E9830907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9127281" y="7060"/>
              <a:ext cx="3064320" cy="6872683"/>
            </a:xfrm>
            <a:prstGeom prst="rect">
              <a:avLst/>
            </a:prstGeom>
            <a:gradFill flip="none" rotWithShape="1">
              <a:gsLst>
                <a:gs pos="0">
                  <a:schemeClr val="accent2">
                    <a:alpha val="58000"/>
                  </a:schemeClr>
                </a:gs>
                <a:gs pos="41000">
                  <a:schemeClr val="accent2">
                    <a:alpha val="0"/>
                  </a:schemeClr>
                </a:gs>
              </a:gsLst>
              <a:lin ang="1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892C045-A464-52F5-9211-C55240DF4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0140" y="1536180"/>
            <a:ext cx="6351568" cy="208574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Congratulations!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F5377-7C9B-2D74-A15C-8A3231810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0140" y="4134928"/>
            <a:ext cx="6351568" cy="105950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You now know the basics of GitHub!</a:t>
            </a:r>
          </a:p>
        </p:txBody>
      </p:sp>
    </p:spTree>
    <p:extLst>
      <p:ext uri="{BB962C8B-B14F-4D97-AF65-F5344CB8AC3E}">
        <p14:creationId xmlns:p14="http://schemas.microsoft.com/office/powerpoint/2010/main" val="3128163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Question marks in a line and one question mark is lit">
            <a:extLst>
              <a:ext uri="{FF2B5EF4-FFF2-40B4-BE49-F238E27FC236}">
                <a16:creationId xmlns:a16="http://schemas.microsoft.com/office/drawing/2014/main" id="{471B1D82-83DE-4794-667B-D521B38C4A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6" b="13674"/>
          <a:stretch/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0FC89-5833-7D1B-6DA7-1103A3837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643467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>
                <a:solidFill>
                  <a:srgbClr val="FFFFFF"/>
                </a:solidFill>
              </a:rPr>
              <a:t>Questions?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24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991</Words>
  <Application>Microsoft Office PowerPoint</Application>
  <PresentationFormat>Widescreen</PresentationFormat>
  <Paragraphs>97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GitHub</vt:lpstr>
      <vt:lpstr>What is GitHub?</vt:lpstr>
      <vt:lpstr>Why am I teaching GitHub?</vt:lpstr>
      <vt:lpstr>Why could this be useful to you?</vt:lpstr>
      <vt:lpstr>Some GitHub terminology</vt:lpstr>
      <vt:lpstr>Create your GitHub account!</vt:lpstr>
      <vt:lpstr>You should see something like this!</vt:lpstr>
      <vt:lpstr>Project Structure</vt:lpstr>
      <vt:lpstr>Download a file</vt:lpstr>
      <vt:lpstr>Add your review!</vt:lpstr>
      <vt:lpstr>Great job!</vt:lpstr>
      <vt:lpstr>Something more advanced</vt:lpstr>
      <vt:lpstr>So, what are branches?</vt:lpstr>
      <vt:lpstr>Why branches and pull requests?</vt:lpstr>
      <vt:lpstr>Rate the app out of 10!</vt:lpstr>
      <vt:lpstr>Create your rating file!</vt:lpstr>
      <vt:lpstr>Open a pull request!</vt:lpstr>
      <vt:lpstr>Congratulations!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</dc:title>
  <dc:creator>Clement Lau</dc:creator>
  <cp:lastModifiedBy>Clement Lau</cp:lastModifiedBy>
  <cp:revision>1</cp:revision>
  <dcterms:created xsi:type="dcterms:W3CDTF">2023-12-05T18:40:15Z</dcterms:created>
  <dcterms:modified xsi:type="dcterms:W3CDTF">2023-12-05T21:10:24Z</dcterms:modified>
</cp:coreProperties>
</file>